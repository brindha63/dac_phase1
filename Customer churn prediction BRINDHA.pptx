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6"/>
  </p:notesMasterIdLst>
  <p:handoutMasterIdLst>
    <p:handoutMasterId r:id="rId17"/>
  </p:handoutMasterIdLst>
  <p:sldIdLst>
    <p:sldId id="278" r:id="rId5"/>
    <p:sldId id="294" r:id="rId6"/>
    <p:sldId id="295" r:id="rId7"/>
    <p:sldId id="279" r:id="rId8"/>
    <p:sldId id="280" r:id="rId9"/>
    <p:sldId id="296" r:id="rId10"/>
    <p:sldId id="297" r:id="rId11"/>
    <p:sldId id="298" r:id="rId12"/>
    <p:sldId id="299" r:id="rId13"/>
    <p:sldId id="300" r:id="rId14"/>
    <p:sldId id="293" r:id="rId1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A37D80-6434-44D0-A028-1B22A696006F}">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9" autoAdjust="0"/>
  </p:normalViewPr>
  <p:slideViewPr>
    <p:cSldViewPr snapToGrid="0" snapToObjects="1">
      <p:cViewPr varScale="1">
        <p:scale>
          <a:sx n="63" d="100"/>
          <a:sy n="63" d="100"/>
        </p:scale>
        <p:origin x="804" y="56"/>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4" d="100"/>
          <a:sy n="24" d="100"/>
        </p:scale>
        <p:origin x="3475" y="12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D9D42D35-0463-4920-BEF7-2B88080E67A2}" type="datetimeFigureOut">
              <a:rPr lang="en-US" smtClean="0"/>
              <a:t>10/4/2023</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02926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600201"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3403092" y="69574"/>
            <a:ext cx="5385816" cy="3139970"/>
          </a:xfrm>
        </p:spPr>
        <p:txBody>
          <a:bodyPr tIns="0" anchor="b" anchorCtr="0">
            <a:noAutofit/>
          </a:bodyPr>
          <a:lstStyle>
            <a:lvl1pPr algn="ctr">
              <a:defRPr sz="4400"/>
            </a:lvl1pPr>
          </a:lstStyle>
          <a:p>
            <a:r>
              <a:rPr lang="en-US" dirty="0"/>
              <a:t>Click to add title</a:t>
            </a:r>
          </a:p>
        </p:txBody>
      </p:sp>
      <p:sp>
        <p:nvSpPr>
          <p:cNvPr id="3" name="Subtitle 2"/>
          <p:cNvSpPr>
            <a:spLocks noGrp="1"/>
          </p:cNvSpPr>
          <p:nvPr>
            <p:ph type="subTitle" idx="1" hasCustomPrompt="1"/>
          </p:nvPr>
        </p:nvSpPr>
        <p:spPr>
          <a:xfrm>
            <a:off x="4349496" y="3255267"/>
            <a:ext cx="3493008" cy="1644724"/>
          </a:xfrm>
        </p:spPr>
        <p:txBody>
          <a:bodyPr lIns="0" tIns="0" rIns="0" bIns="0" anchor="ctr" anchorCtr="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1499616" y="89452"/>
            <a:ext cx="5693664" cy="2580596"/>
          </a:xfrm>
        </p:spPr>
        <p:txBody>
          <a:bodyPr>
            <a:noAutofit/>
          </a:bodyPr>
          <a:lstStyle>
            <a:lvl1pPr algn="l">
              <a:lnSpc>
                <a:spcPct val="100000"/>
              </a:lnSpc>
              <a:defRPr/>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1499616" y="2770632"/>
            <a:ext cx="5693664" cy="3122168"/>
          </a:xfrm>
        </p:spPr>
        <p:txBody>
          <a:bodyPr>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 uri="{C183D7F6-B498-43B3-948B-1728B52AA6E4}">
                <adec:decorative xmlns:adec="http://schemas.microsoft.com/office/drawing/2017/decorative" val="1"/>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 uri="{C183D7F6-B498-43B3-948B-1728B52AA6E4}">
                <adec:decorative xmlns:adec="http://schemas.microsoft.com/office/drawing/2017/decorative" val="1"/>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 uri="{C183D7F6-B498-43B3-948B-1728B52AA6E4}">
                <adec:decorative xmlns:adec="http://schemas.microsoft.com/office/drawing/2017/decorative" val="1"/>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7" name="Freeform: Shape 16">
            <a:extLst>
              <a:ext uri="{FF2B5EF4-FFF2-40B4-BE49-F238E27FC236}">
                <a16:creationId xmlns:a16="http://schemas.microsoft.com/office/drawing/2014/main" id="{217CBC9E-B934-828F-2AE5-211CEF5B1D25}"/>
              </a:ext>
              <a:ext uri="{C183D7F6-B498-43B3-948B-1728B52AA6E4}">
                <adec:decorative xmlns:adec="http://schemas.microsoft.com/office/drawing/2017/decorative" val="1"/>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hasCustomPrompt="1"/>
          </p:nvPr>
        </p:nvSpPr>
        <p:spPr>
          <a:xfrm>
            <a:off x="4224528" y="815009"/>
            <a:ext cx="6766560" cy="2811462"/>
          </a:xfrm>
        </p:spPr>
        <p:txBody>
          <a:bodyPr>
            <a:noAutofit/>
          </a:bodyPr>
          <a:lstStyle>
            <a:lvl1pPr algn="l">
              <a:lnSpc>
                <a:spcPct val="100000"/>
              </a:lnSpc>
              <a:defRPr b="1"/>
            </a:lvl1pPr>
          </a:lstStyle>
          <a:p>
            <a:r>
              <a:rPr lang="en-US" dirty="0"/>
              <a:t>Click to add title</a:t>
            </a:r>
          </a:p>
        </p:txBody>
      </p:sp>
      <p:sp>
        <p:nvSpPr>
          <p:cNvPr id="5" name="Footer Placeholder 4"/>
          <p:cNvSpPr>
            <a:spLocks noGrp="1"/>
          </p:cNvSpPr>
          <p:nvPr userDrawn="1">
            <p:ph type="ftr" sz="quarter" idx="11"/>
          </p:nvPr>
        </p:nvSpPr>
        <p:spPr>
          <a:xfrm>
            <a:off x="4224528" y="457200"/>
            <a:ext cx="3200400" cy="274320"/>
          </a:xfrm>
        </p:spPr>
        <p:txBody>
          <a:bodyPr>
            <a:noAutofit/>
          </a:bodyPr>
          <a:lstStyle>
            <a:lvl1pPr>
              <a:defRPr>
                <a:latin typeface="+mn-lt"/>
              </a:defRPr>
            </a:lvl1pPr>
          </a:lstStyle>
          <a:p>
            <a:r>
              <a:rPr lang="en-US"/>
              <a:t>Presentation title</a:t>
            </a:r>
            <a:endParaRPr lang="en-US" dirty="0"/>
          </a:p>
        </p:txBody>
      </p:sp>
      <p:sp>
        <p:nvSpPr>
          <p:cNvPr id="6" name="Slide Number Placeholder 5"/>
          <p:cNvSpPr>
            <a:spLocks noGrp="1"/>
          </p:cNvSpPr>
          <p:nvPr userDrawn="1">
            <p:ph type="sldNum" sz="quarter" idx="12"/>
          </p:nvPr>
        </p:nvSpPr>
        <p:spPr>
          <a:xfrm>
            <a:off x="10003536" y="472108"/>
            <a:ext cx="987552" cy="244503"/>
          </a:xfrm>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userDrawn="1">
            <p:ph idx="1" hasCustomPrompt="1"/>
          </p:nvPr>
        </p:nvSpPr>
        <p:spPr>
          <a:xfrm>
            <a:off x="4224528" y="3723748"/>
            <a:ext cx="6766560" cy="2447238"/>
          </a:xfrm>
        </p:spPr>
        <p:txBody>
          <a:bodyPr>
            <a:normAutofit/>
          </a:bodyPr>
          <a:lstStyle>
            <a:lvl1pPr marL="0" indent="0">
              <a:buNone/>
              <a:defRPr sz="1500"/>
            </a:lvl1pPr>
            <a:lvl2pPr>
              <a:defRPr sz="1500"/>
            </a:lvl2pPr>
            <a:lvl3pPr>
              <a:defRPr sz="1500"/>
            </a:lvl3pPr>
            <a:lvl4pPr>
              <a:defRPr sz="1500"/>
            </a:lvl4pPr>
            <a:lvl5pPr>
              <a:defRPr sz="15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 uri="{C183D7F6-B498-43B3-948B-1728B52AA6E4}">
                <adec:decorative xmlns:adec="http://schemas.microsoft.com/office/drawing/2017/decorative" val="1"/>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 uri="{C183D7F6-B498-43B3-948B-1728B52AA6E4}">
                <adec:decorative xmlns:adec="http://schemas.microsoft.com/office/drawing/2017/decorative" val="1"/>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 uri="{C183D7F6-B498-43B3-948B-1728B52AA6E4}">
                <adec:decorative xmlns:adec="http://schemas.microsoft.com/office/drawing/2017/decorative" val="1"/>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 uri="{C183D7F6-B498-43B3-948B-1728B52AA6E4}">
                <adec:decorative xmlns:adec="http://schemas.microsoft.com/office/drawing/2017/decorative" val="1"/>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 uri="{C183D7F6-B498-43B3-948B-1728B52AA6E4}">
                <adec:decorative xmlns:adec="http://schemas.microsoft.com/office/drawing/2017/decorative" val="1"/>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 uri="{C183D7F6-B498-43B3-948B-1728B52AA6E4}">
                <adec:decorative xmlns:adec="http://schemas.microsoft.com/office/drawing/2017/decorative" val="1"/>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hasCustomPrompt="1"/>
          </p:nvPr>
        </p:nvSpPr>
        <p:spPr>
          <a:xfrm>
            <a:off x="2895600" y="1699591"/>
            <a:ext cx="6400800" cy="2844977"/>
          </a:xfrm>
        </p:spPr>
        <p:txBody>
          <a:bodyPr anchor="b" anchorCtr="0">
            <a:noAutofit/>
          </a:bodyPr>
          <a:lstStyle>
            <a:lvl1pPr>
              <a:lnSpc>
                <a:spcPct val="100000"/>
              </a:lnSpc>
              <a:defRPr sz="4400"/>
            </a:lvl1pPr>
          </a:lstStyle>
          <a:p>
            <a:r>
              <a:rPr lang="en-US" dirty="0"/>
              <a:t>Click to add title</a:t>
            </a:r>
          </a:p>
        </p:txBody>
      </p:sp>
      <p:sp>
        <p:nvSpPr>
          <p:cNvPr id="3" name="Text Placeholder 2"/>
          <p:cNvSpPr>
            <a:spLocks noGrp="1"/>
          </p:cNvSpPr>
          <p:nvPr>
            <p:ph type="body" idx="1" hasCustomPrompt="1"/>
          </p:nvPr>
        </p:nvSpPr>
        <p:spPr>
          <a:xfrm>
            <a:off x="2895600" y="4598948"/>
            <a:ext cx="6400800" cy="847695"/>
          </a:xfrm>
        </p:spPr>
        <p:txBody>
          <a:bodyPr lIns="0" tIns="0" rIns="0" bIns="0" anchor="ctr" anchorCtr="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31520"/>
            <a:ext cx="10665089" cy="1362057"/>
          </a:xfrm>
        </p:spPr>
        <p:txBody>
          <a:bodyPr>
            <a:noAutofit/>
          </a:bodyPr>
          <a:lstStyle>
            <a:lvl1pPr>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sz="half" idx="1" hasCustomPrompt="1"/>
          </p:nvPr>
        </p:nvSpPr>
        <p:spPr>
          <a:xfrm>
            <a:off x="539496" y="2103120"/>
            <a:ext cx="11119104" cy="4434840"/>
          </a:xfrm>
        </p:spPr>
        <p:txBody>
          <a:bodyPr>
            <a:normAutofit/>
          </a:bodyPr>
          <a:lstStyle>
            <a:lvl1pPr>
              <a:defRPr sz="1800"/>
            </a:lvl1pPr>
            <a:lvl2pPr>
              <a:defRPr sz="1600"/>
            </a:lvl2pPr>
            <a:lvl3pPr>
              <a:defRPr sz="14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 uri="{C183D7F6-B498-43B3-948B-1728B52AA6E4}">
                <adec:decorative xmlns:adec="http://schemas.microsoft.com/office/drawing/2017/decorative" val="1"/>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chemeClr val="accent3">
              <a:lumMod val="20000"/>
              <a:lumOff val="80000"/>
            </a:schemeClr>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oAutofit/>
          </a:bodyPr>
          <a:lstStyle>
            <a:lvl1pPr>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sz="half" idx="1" hasCustomPrompt="1"/>
          </p:nvPr>
        </p:nvSpPr>
        <p:spPr>
          <a:xfrm>
            <a:off x="755904" y="2825496"/>
            <a:ext cx="10680192" cy="2834640"/>
          </a:xfrm>
        </p:spPr>
        <p:txBody>
          <a:bodyPr>
            <a:normAutofit/>
          </a:bodyPr>
          <a:lstStyle>
            <a:lvl1pPr>
              <a:defRPr sz="1800"/>
            </a:lvl1pPr>
            <a:lvl2pPr>
              <a:defRPr sz="1600"/>
            </a:lvl2pPr>
            <a:lvl3pPr>
              <a:defRPr sz="14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4441121" y="1344404"/>
            <a:ext cx="6984906" cy="2560441"/>
          </a:xfrm>
        </p:spPr>
        <p:txBody>
          <a:bodyPr lIns="0" tIns="0" rIns="0" bIns="0" anchor="b" anchorCtr="0">
            <a:noAutofit/>
          </a:bodyPr>
          <a:lstStyle>
            <a:lvl1pPr algn="l">
              <a:lnSpc>
                <a:spcPct val="100000"/>
              </a:lnSpc>
              <a:defRPr sz="3300" b="1">
                <a:latin typeface="+mj-lt"/>
                <a:cs typeface="Arial" panose="020B0604020202020204" pitchFamily="34" charset="0"/>
              </a:defRPr>
            </a:lvl1pPr>
          </a:lstStyle>
          <a:p>
            <a:r>
              <a:rPr lang="en-US" dirty="0"/>
              <a:t>Click to add title</a:t>
            </a:r>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347664"/>
            <a:ext cx="768096" cy="1882471"/>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hasCustomPrompt="1"/>
          </p:nvPr>
        </p:nvSpPr>
        <p:spPr>
          <a:xfrm>
            <a:off x="4441120" y="3977196"/>
            <a:ext cx="4971237" cy="864804"/>
          </a:xfrm>
        </p:spPr>
        <p:txBody>
          <a:bodyPr lIns="0" tIns="0" rIns="0" bIns="0" anchor="ctr" anchorCtr="0">
            <a:noAutofit/>
          </a:bodyPr>
          <a:lstStyle>
            <a:lvl1pPr marL="0" indent="0">
              <a:buNone/>
              <a:defRPr sz="2400"/>
            </a:lvl1pPr>
          </a:lstStyle>
          <a:p>
            <a:r>
              <a:rPr lang="en-US" dirty="0"/>
              <a:t>Click to add subtitle</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58952" y="751398"/>
            <a:ext cx="10671048" cy="1362057"/>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Click to add text</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60937" y="755729"/>
            <a:ext cx="10665089" cy="859972"/>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hasCustomPrompt="1"/>
          </p:nvPr>
        </p:nvSpPr>
        <p:spPr>
          <a:xfrm>
            <a:off x="1271016"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r>
              <a:rPr lang="en-US" dirty="0"/>
              <a:t>Click to add picture</a:t>
            </a:r>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hasCustomPrompt="1"/>
          </p:nvPr>
        </p:nvSpPr>
        <p:spPr>
          <a:xfrm>
            <a:off x="1271016"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hasCustomPrompt="1"/>
          </p:nvPr>
        </p:nvSpPr>
        <p:spPr>
          <a:xfrm>
            <a:off x="3828288"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hasCustomPrompt="1"/>
          </p:nvPr>
        </p:nvSpPr>
        <p:spPr>
          <a:xfrm>
            <a:off x="3828288"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hasCustomPrompt="1"/>
          </p:nvPr>
        </p:nvSpPr>
        <p:spPr>
          <a:xfrm>
            <a:off x="6385560"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hasCustomPrompt="1"/>
          </p:nvPr>
        </p:nvSpPr>
        <p:spPr>
          <a:xfrm>
            <a:off x="6385560"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hasCustomPrompt="1"/>
          </p:nvPr>
        </p:nvSpPr>
        <p:spPr>
          <a:xfrm>
            <a:off x="8942832"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hasCustomPrompt="1"/>
          </p:nvPr>
        </p:nvSpPr>
        <p:spPr>
          <a:xfrm>
            <a:off x="8942832"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01702"/>
            <a:ext cx="10671048" cy="1444351"/>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7" name="Oval 6">
            <a:extLst>
              <a:ext uri="{FF2B5EF4-FFF2-40B4-BE49-F238E27FC236}">
                <a16:creationId xmlns:a16="http://schemas.microsoft.com/office/drawing/2014/main" id="{5C32B254-F115-AAF3-09C2-B631F5CDC4C7}"/>
              </a:ext>
              <a:ext uri="{C183D7F6-B498-43B3-948B-1728B52AA6E4}">
                <adec:decorative xmlns:adec="http://schemas.microsoft.com/office/drawing/2017/decorative" val="1"/>
              </a:ext>
            </a:extLst>
          </p:cNvPr>
          <p:cNvSpPr>
            <a:spLocks noChangeAspect="1"/>
          </p:cNvSpPr>
          <p:nvPr userDrawn="1"/>
        </p:nvSpPr>
        <p:spPr>
          <a:xfrm>
            <a:off x="1329989" y="2370268"/>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hasCustomPrompt="1"/>
          </p:nvPr>
        </p:nvSpPr>
        <p:spPr>
          <a:xfrm>
            <a:off x="1339134"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685338"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6257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46257 w 2011680"/>
              <a:gd name="connsiteY1" fmla="*/ 0 h 2826771"/>
              <a:gd name="connsiteX2" fmla="*/ 1358727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46257 w 2011680"/>
              <a:gd name="connsiteY1" fmla="*/ 0 h 2826771"/>
              <a:gd name="connsiteX2" fmla="*/ 1010112 w 2011680"/>
              <a:gd name="connsiteY2" fmla="*/ 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46257" y="0"/>
                </a:lnTo>
                <a:cubicBezTo>
                  <a:pt x="699597" y="218440"/>
                  <a:pt x="783417" y="292100"/>
                  <a:pt x="1012017" y="335280"/>
                </a:cubicBezTo>
                <a:cubicBezTo>
                  <a:pt x="1289512" y="299720"/>
                  <a:pt x="1340312" y="106045"/>
                  <a:pt x="1358727"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6" name="Rectangle 15">
            <a:extLst>
              <a:ext uri="{FF2B5EF4-FFF2-40B4-BE49-F238E27FC236}">
                <a16:creationId xmlns:a16="http://schemas.microsoft.com/office/drawing/2014/main" id="{B950ED98-B5D1-206C-403F-FA954F9D2CFF}"/>
              </a:ext>
              <a:ext uri="{C183D7F6-B498-43B3-948B-1728B52AA6E4}">
                <adec:decorative xmlns:adec="http://schemas.microsoft.com/office/drawing/2017/decorative" val="1"/>
              </a:ext>
            </a:extLst>
          </p:cNvPr>
          <p:cNvSpPr/>
          <p:nvPr userDrawn="1"/>
        </p:nvSpPr>
        <p:spPr>
          <a:xfrm>
            <a:off x="685338"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731058"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8" name="Oval 7">
            <a:extLst>
              <a:ext uri="{FF2B5EF4-FFF2-40B4-BE49-F238E27FC236}">
                <a16:creationId xmlns:a16="http://schemas.microsoft.com/office/drawing/2014/main" id="{B2485599-A799-0E8C-D368-451B9DE022B2}"/>
              </a:ext>
              <a:ext uri="{C183D7F6-B498-43B3-948B-1728B52AA6E4}">
                <adec:decorative xmlns:adec="http://schemas.microsoft.com/office/drawing/2017/decorative" val="1"/>
              </a:ext>
            </a:extLst>
          </p:cNvPr>
          <p:cNvSpPr>
            <a:spLocks noChangeAspect="1"/>
          </p:cNvSpPr>
          <p:nvPr userDrawn="1"/>
        </p:nvSpPr>
        <p:spPr>
          <a:xfrm>
            <a:off x="3545563"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hasCustomPrompt="1"/>
          </p:nvPr>
        </p:nvSpPr>
        <p:spPr>
          <a:xfrm>
            <a:off x="3554707"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hasCustomPrompt="1"/>
          </p:nvPr>
        </p:nvSpPr>
        <p:spPr>
          <a:xfrm>
            <a:off x="2900910" y="2756536"/>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1362480 w 2011680"/>
              <a:gd name="connsiteY2" fmla="*/ 3048 h 2829819"/>
              <a:gd name="connsiteX3" fmla="*/ 2011680 w 2011680"/>
              <a:gd name="connsiteY3" fmla="*/ 4646 h 2829819"/>
              <a:gd name="connsiteX4" fmla="*/ 2011680 w 2011680"/>
              <a:gd name="connsiteY4" fmla="*/ 2829819 h 2829819"/>
              <a:gd name="connsiteX5" fmla="*/ 0 w 2011680"/>
              <a:gd name="connsiteY5" fmla="*/ 2829819 h 2829819"/>
              <a:gd name="connsiteX6" fmla="*/ 0 w 2011680"/>
              <a:gd name="connsiteY6" fmla="*/ 4646 h 2829819"/>
              <a:gd name="connsiteX0" fmla="*/ 0 w 2011680"/>
              <a:gd name="connsiteY0" fmla="*/ 4646 h 2829819"/>
              <a:gd name="connsiteX1" fmla="*/ 651915 w 2011680"/>
              <a:gd name="connsiteY1" fmla="*/ 1143 h 2829819"/>
              <a:gd name="connsiteX2" fmla="*/ 994434 w 2011680"/>
              <a:gd name="connsiteY2" fmla="*/ 0 h 2829819"/>
              <a:gd name="connsiteX3" fmla="*/ 1362480 w 2011680"/>
              <a:gd name="connsiteY3" fmla="*/ 3048 h 2829819"/>
              <a:gd name="connsiteX4" fmla="*/ 2011680 w 2011680"/>
              <a:gd name="connsiteY4" fmla="*/ 4646 h 2829819"/>
              <a:gd name="connsiteX5" fmla="*/ 2011680 w 2011680"/>
              <a:gd name="connsiteY5" fmla="*/ 2829819 h 2829819"/>
              <a:gd name="connsiteX6" fmla="*/ 0 w 2011680"/>
              <a:gd name="connsiteY6" fmla="*/ 2829819 h 2829819"/>
              <a:gd name="connsiteX7" fmla="*/ 0 w 2011680"/>
              <a:gd name="connsiteY7" fmla="*/ 4646 h 2829819"/>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51915" y="0"/>
                </a:lnTo>
                <a:cubicBezTo>
                  <a:pt x="665123" y="83439"/>
                  <a:pt x="720241" y="317373"/>
                  <a:pt x="1005864" y="336042"/>
                </a:cubicBezTo>
                <a:cubicBezTo>
                  <a:pt x="1248561" y="340868"/>
                  <a:pt x="1359813" y="80899"/>
                  <a:pt x="1362480" y="1905"/>
                </a:cubicBezTo>
                <a:lnTo>
                  <a:pt x="2011680" y="3503"/>
                </a:lnTo>
                <a:lnTo>
                  <a:pt x="2011680" y="2828676"/>
                </a:lnTo>
                <a:lnTo>
                  <a:pt x="0" y="2828676"/>
                </a:lnTo>
                <a:lnTo>
                  <a:pt x="0" y="3503"/>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8" name="Rectangle 17">
            <a:extLst>
              <a:ext uri="{FF2B5EF4-FFF2-40B4-BE49-F238E27FC236}">
                <a16:creationId xmlns:a16="http://schemas.microsoft.com/office/drawing/2014/main" id="{0E8643CE-01D9-3E5E-15F6-20689F775F15}"/>
              </a:ext>
              <a:ext uri="{C183D7F6-B498-43B3-948B-1728B52AA6E4}">
                <adec:decorative xmlns:adec="http://schemas.microsoft.com/office/drawing/2017/decorative" val="1"/>
              </a:ext>
            </a:extLst>
          </p:cNvPr>
          <p:cNvSpPr/>
          <p:nvPr userDrawn="1"/>
        </p:nvSpPr>
        <p:spPr>
          <a:xfrm>
            <a:off x="2900911"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hasCustomPrompt="1"/>
          </p:nvPr>
        </p:nvSpPr>
        <p:spPr>
          <a:xfrm>
            <a:off x="2946630"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9" name="Oval 8">
            <a:extLst>
              <a:ext uri="{FF2B5EF4-FFF2-40B4-BE49-F238E27FC236}">
                <a16:creationId xmlns:a16="http://schemas.microsoft.com/office/drawing/2014/main" id="{944D3449-0EF5-D439-CC36-5C761D35D494}"/>
              </a:ext>
              <a:ext uri="{C183D7F6-B498-43B3-948B-1728B52AA6E4}">
                <adec:decorative xmlns:adec="http://schemas.microsoft.com/office/drawing/2017/decorative" val="1"/>
              </a:ext>
            </a:extLst>
          </p:cNvPr>
          <p:cNvSpPr>
            <a:spLocks noChangeAspect="1"/>
          </p:cNvSpPr>
          <p:nvPr userDrawn="1"/>
        </p:nvSpPr>
        <p:spPr>
          <a:xfrm>
            <a:off x="5761135"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hasCustomPrompt="1"/>
          </p:nvPr>
        </p:nvSpPr>
        <p:spPr>
          <a:xfrm>
            <a:off x="5770280"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hasCustomPrompt="1"/>
          </p:nvPr>
        </p:nvSpPr>
        <p:spPr>
          <a:xfrm>
            <a:off x="5116484" y="2756535"/>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9951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3503 h 2828676"/>
              <a:gd name="connsiteX1" fmla="*/ 649951 w 2011680"/>
              <a:gd name="connsiteY1" fmla="*/ 1905 h 2828676"/>
              <a:gd name="connsiteX2" fmla="*/ 1358611 w 2011680"/>
              <a:gd name="connsiteY2" fmla="*/ 0 h 2828676"/>
              <a:gd name="connsiteX3" fmla="*/ 2011680 w 2011680"/>
              <a:gd name="connsiteY3" fmla="*/ 3503 h 2828676"/>
              <a:gd name="connsiteX4" fmla="*/ 2011680 w 2011680"/>
              <a:gd name="connsiteY4" fmla="*/ 2828676 h 2828676"/>
              <a:gd name="connsiteX5" fmla="*/ 0 w 2011680"/>
              <a:gd name="connsiteY5" fmla="*/ 2828676 h 2828676"/>
              <a:gd name="connsiteX6" fmla="*/ 0 w 2011680"/>
              <a:gd name="connsiteY6" fmla="*/ 3503 h 2828676"/>
              <a:gd name="connsiteX0" fmla="*/ 0 w 2011680"/>
              <a:gd name="connsiteY0" fmla="*/ 3503 h 2828676"/>
              <a:gd name="connsiteX1" fmla="*/ 649951 w 2011680"/>
              <a:gd name="connsiteY1" fmla="*/ 1905 h 2828676"/>
              <a:gd name="connsiteX2" fmla="*/ 1006186 w 2011680"/>
              <a:gd name="connsiteY2" fmla="*/ 0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49951" y="1905"/>
                </a:lnTo>
                <a:cubicBezTo>
                  <a:pt x="676621" y="123825"/>
                  <a:pt x="743296" y="316230"/>
                  <a:pt x="1009996" y="333375"/>
                </a:cubicBezTo>
                <a:cubicBezTo>
                  <a:pt x="1261456" y="319405"/>
                  <a:pt x="1349086" y="114935"/>
                  <a:pt x="1358611" y="0"/>
                </a:cubicBezTo>
                <a:lnTo>
                  <a:pt x="2011680" y="3503"/>
                </a:lnTo>
                <a:lnTo>
                  <a:pt x="2011680" y="2828676"/>
                </a:lnTo>
                <a:lnTo>
                  <a:pt x="0" y="2828676"/>
                </a:lnTo>
                <a:lnTo>
                  <a:pt x="0" y="3503"/>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0" name="Rectangle 19">
            <a:extLst>
              <a:ext uri="{FF2B5EF4-FFF2-40B4-BE49-F238E27FC236}">
                <a16:creationId xmlns:a16="http://schemas.microsoft.com/office/drawing/2014/main" id="{5AF82DDD-EDEC-7D87-F43A-113C5E4A4FE7}"/>
              </a:ext>
              <a:ext uri="{C183D7F6-B498-43B3-948B-1728B52AA6E4}">
                <adec:decorative xmlns:adec="http://schemas.microsoft.com/office/drawing/2017/decorative" val="1"/>
              </a:ext>
            </a:extLst>
          </p:cNvPr>
          <p:cNvSpPr/>
          <p:nvPr userDrawn="1"/>
        </p:nvSpPr>
        <p:spPr>
          <a:xfrm>
            <a:off x="5116484"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hasCustomPrompt="1"/>
          </p:nvPr>
        </p:nvSpPr>
        <p:spPr>
          <a:xfrm>
            <a:off x="5162204"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0" name="Oval 9">
            <a:extLst>
              <a:ext uri="{FF2B5EF4-FFF2-40B4-BE49-F238E27FC236}">
                <a16:creationId xmlns:a16="http://schemas.microsoft.com/office/drawing/2014/main" id="{476F2D13-53B7-CE37-EA90-449A726B8A73}"/>
              </a:ext>
              <a:ext uri="{C183D7F6-B498-43B3-948B-1728B52AA6E4}">
                <adec:decorative xmlns:adec="http://schemas.microsoft.com/office/drawing/2017/decorative" val="1"/>
              </a:ext>
            </a:extLst>
          </p:cNvPr>
          <p:cNvSpPr>
            <a:spLocks noChangeAspect="1"/>
          </p:cNvSpPr>
          <p:nvPr userDrawn="1"/>
        </p:nvSpPr>
        <p:spPr>
          <a:xfrm>
            <a:off x="7976707"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hasCustomPrompt="1"/>
          </p:nvPr>
        </p:nvSpPr>
        <p:spPr>
          <a:xfrm>
            <a:off x="7985853"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7332057"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51163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51163 w 2011680"/>
              <a:gd name="connsiteY1" fmla="*/ 0 h 2826771"/>
              <a:gd name="connsiteX2" fmla="*/ 1357283 w 2011680"/>
              <a:gd name="connsiteY2" fmla="*/ 254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1163" y="0"/>
                </a:lnTo>
                <a:cubicBezTo>
                  <a:pt x="681643" y="210820"/>
                  <a:pt x="861983" y="330200"/>
                  <a:pt x="1014383" y="330200"/>
                </a:cubicBezTo>
                <a:cubicBezTo>
                  <a:pt x="1164243" y="312420"/>
                  <a:pt x="1331883" y="218440"/>
                  <a:pt x="1357283" y="2540"/>
                </a:cubicBezTo>
                <a:lnTo>
                  <a:pt x="2011680" y="1598"/>
                </a:lnTo>
                <a:lnTo>
                  <a:pt x="2011680" y="2826771"/>
                </a:lnTo>
                <a:lnTo>
                  <a:pt x="0" y="2826771"/>
                </a:lnTo>
                <a:lnTo>
                  <a:pt x="0" y="1598"/>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4" name="Rectangle 23">
            <a:extLst>
              <a:ext uri="{FF2B5EF4-FFF2-40B4-BE49-F238E27FC236}">
                <a16:creationId xmlns:a16="http://schemas.microsoft.com/office/drawing/2014/main" id="{DC0053FE-E44A-CA97-F782-67FC633E722E}"/>
              </a:ext>
              <a:ext uri="{C183D7F6-B498-43B3-948B-1728B52AA6E4}">
                <adec:decorative xmlns:adec="http://schemas.microsoft.com/office/drawing/2017/decorative" val="1"/>
              </a:ext>
            </a:extLst>
          </p:cNvPr>
          <p:cNvSpPr/>
          <p:nvPr userDrawn="1"/>
        </p:nvSpPr>
        <p:spPr>
          <a:xfrm>
            <a:off x="7332057"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7377777"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1" name="Oval 10">
            <a:extLst>
              <a:ext uri="{FF2B5EF4-FFF2-40B4-BE49-F238E27FC236}">
                <a16:creationId xmlns:a16="http://schemas.microsoft.com/office/drawing/2014/main" id="{0288DB6F-1A86-5713-2420-7554D75CB811}"/>
              </a:ext>
              <a:ext uri="{C183D7F6-B498-43B3-948B-1728B52AA6E4}">
                <adec:decorative xmlns:adec="http://schemas.microsoft.com/office/drawing/2017/decorative" val="1"/>
              </a:ext>
            </a:extLst>
          </p:cNvPr>
          <p:cNvSpPr>
            <a:spLocks noChangeAspect="1"/>
          </p:cNvSpPr>
          <p:nvPr userDrawn="1"/>
        </p:nvSpPr>
        <p:spPr>
          <a:xfrm>
            <a:off x="10190018"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hasCustomPrompt="1"/>
          </p:nvPr>
        </p:nvSpPr>
        <p:spPr>
          <a:xfrm>
            <a:off x="10201425"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9547629"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0 h 2825173"/>
              <a:gd name="connsiteX1" fmla="*/ 655551 w 2011680"/>
              <a:gd name="connsiteY1" fmla="*/ 942 h 2825173"/>
              <a:gd name="connsiteX2" fmla="*/ 2011680 w 2011680"/>
              <a:gd name="connsiteY2" fmla="*/ 0 h 2825173"/>
              <a:gd name="connsiteX3" fmla="*/ 2011680 w 2011680"/>
              <a:gd name="connsiteY3" fmla="*/ 2825173 h 2825173"/>
              <a:gd name="connsiteX4" fmla="*/ 0 w 2011680"/>
              <a:gd name="connsiteY4" fmla="*/ 2825173 h 2825173"/>
              <a:gd name="connsiteX5" fmla="*/ 0 w 2011680"/>
              <a:gd name="connsiteY5" fmla="*/ 0 h 2825173"/>
              <a:gd name="connsiteX0" fmla="*/ 0 w 2011680"/>
              <a:gd name="connsiteY0" fmla="*/ 1598 h 2826771"/>
              <a:gd name="connsiteX1" fmla="*/ 655551 w 2011680"/>
              <a:gd name="connsiteY1" fmla="*/ 2540 h 2826771"/>
              <a:gd name="connsiteX2" fmla="*/ 1364211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5551" y="2540"/>
                </a:lnTo>
                <a:cubicBezTo>
                  <a:pt x="686031" y="198120"/>
                  <a:pt x="833351" y="335280"/>
                  <a:pt x="1016231" y="327660"/>
                </a:cubicBezTo>
                <a:cubicBezTo>
                  <a:pt x="1205884" y="340360"/>
                  <a:pt x="1362518" y="137160"/>
                  <a:pt x="1364211"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2" name="Rectangle 21">
            <a:extLst>
              <a:ext uri="{FF2B5EF4-FFF2-40B4-BE49-F238E27FC236}">
                <a16:creationId xmlns:a16="http://schemas.microsoft.com/office/drawing/2014/main" id="{E47E492E-967F-54B7-55B1-08A5E1C3615B}"/>
              </a:ext>
              <a:ext uri="{C183D7F6-B498-43B3-948B-1728B52AA6E4}">
                <adec:decorative xmlns:adec="http://schemas.microsoft.com/office/drawing/2017/decorative" val="1"/>
              </a:ext>
            </a:extLst>
          </p:cNvPr>
          <p:cNvSpPr/>
          <p:nvPr userDrawn="1"/>
        </p:nvSpPr>
        <p:spPr>
          <a:xfrm>
            <a:off x="9547629"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9593349"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 uri="{C183D7F6-B498-43B3-948B-1728B52AA6E4}">
                <adec:decorative xmlns:adec="http://schemas.microsoft.com/office/drawing/2017/decorative" val="1"/>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758952" y="731520"/>
            <a:ext cx="10671048" cy="2126438"/>
          </a:xfrm>
        </p:spPr>
        <p:txBody>
          <a:bodyPr/>
          <a:lstStyle>
            <a:lvl1pPr>
              <a:lnSpc>
                <a:spcPct val="100000"/>
              </a:lnSpc>
              <a:defRPr>
                <a:solidFill>
                  <a:schemeClr val="accent6"/>
                </a:solidFill>
              </a:defRPr>
            </a:lvl1pPr>
          </a:lstStyle>
          <a:p>
            <a:r>
              <a:rPr lang="en-US" dirty="0"/>
              <a:t>Click to add title</a:t>
            </a:r>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cxnSp>
        <p:nvCxnSpPr>
          <p:cNvPr id="42" name="Straight Connector 41">
            <a:extLst>
              <a:ext uri="{FF2B5EF4-FFF2-40B4-BE49-F238E27FC236}">
                <a16:creationId xmlns:a16="http://schemas.microsoft.com/office/drawing/2014/main" id="{E6BE61D7-B0A3-902B-4F58-727982880EF5}"/>
              </a:ext>
              <a:ext uri="{C183D7F6-B498-43B3-948B-1728B52AA6E4}">
                <adec:decorative xmlns:adec="http://schemas.microsoft.com/office/drawing/2017/decorative" val="1"/>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35B4623-C6B7-83B6-05A1-17D69EA8DAB1}"/>
              </a:ext>
              <a:ext uri="{C183D7F6-B498-43B3-948B-1728B52AA6E4}">
                <adec:decorative xmlns:adec="http://schemas.microsoft.com/office/drawing/2017/decorative" val="1"/>
              </a:ext>
            </a:extLst>
          </p:cNvPr>
          <p:cNvSpPr/>
          <p:nvPr userDrawn="1"/>
        </p:nvSpPr>
        <p:spPr>
          <a:xfrm rot="16200000">
            <a:off x="1669440"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16B48C-2241-2A09-2A32-FB55BCFD6524}"/>
              </a:ext>
              <a:ext uri="{C183D7F6-B498-43B3-948B-1728B52AA6E4}">
                <adec:decorative xmlns:adec="http://schemas.microsoft.com/office/drawing/2017/decorative" val="1"/>
              </a:ext>
            </a:extLst>
          </p:cNvPr>
          <p:cNvSpPr/>
          <p:nvPr userDrawn="1"/>
        </p:nvSpPr>
        <p:spPr>
          <a:xfrm rot="16200000">
            <a:off x="3881150"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DC7B0C-730B-4FE8-3BFD-D787B1950638}"/>
              </a:ext>
              <a:ext uri="{C183D7F6-B498-43B3-948B-1728B52AA6E4}">
                <adec:decorative xmlns:adec="http://schemas.microsoft.com/office/drawing/2017/decorative" val="1"/>
              </a:ext>
            </a:extLst>
          </p:cNvPr>
          <p:cNvSpPr/>
          <p:nvPr userDrawn="1"/>
        </p:nvSpPr>
        <p:spPr>
          <a:xfrm rot="16200000">
            <a:off x="6045016"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47B2BF2-C193-18BC-3798-C9611C4182C4}"/>
              </a:ext>
              <a:ext uri="{C183D7F6-B498-43B3-948B-1728B52AA6E4}">
                <adec:decorative xmlns:adec="http://schemas.microsoft.com/office/drawing/2017/decorative" val="1"/>
              </a:ext>
            </a:extLst>
          </p:cNvPr>
          <p:cNvSpPr/>
          <p:nvPr userDrawn="1"/>
        </p:nvSpPr>
        <p:spPr>
          <a:xfrm rot="16200000">
            <a:off x="8264631"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A8E087E-B71E-C8CE-2C40-B3EACA40D29C}"/>
              </a:ext>
              <a:ext uri="{C183D7F6-B498-43B3-948B-1728B52AA6E4}">
                <adec:decorative xmlns:adec="http://schemas.microsoft.com/office/drawing/2017/decorative" val="1"/>
              </a:ext>
            </a:extLst>
          </p:cNvPr>
          <p:cNvSpPr/>
          <p:nvPr userDrawn="1"/>
        </p:nvSpPr>
        <p:spPr>
          <a:xfrm rot="16200000">
            <a:off x="10475505"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hasCustomPrompt="1"/>
          </p:nvPr>
        </p:nvSpPr>
        <p:spPr>
          <a:xfrm>
            <a:off x="685338"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hasCustomPrompt="1"/>
          </p:nvPr>
        </p:nvSpPr>
        <p:spPr>
          <a:xfrm>
            <a:off x="2900911"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hasCustomPrompt="1"/>
          </p:nvPr>
        </p:nvSpPr>
        <p:spPr>
          <a:xfrm>
            <a:off x="5116484"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hasCustomPrompt="1"/>
          </p:nvPr>
        </p:nvSpPr>
        <p:spPr>
          <a:xfrm>
            <a:off x="7332057"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hasCustomPrompt="1"/>
          </p:nvPr>
        </p:nvSpPr>
        <p:spPr>
          <a:xfrm>
            <a:off x="9547629"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3986784" y="701702"/>
            <a:ext cx="7439243" cy="1309978"/>
          </a:xfrm>
        </p:spPr>
        <p:txBody>
          <a:bodyPr>
            <a:noAutofit/>
          </a:bodyPr>
          <a:lstStyle>
            <a:lvl1pPr algn="l">
              <a:lnSpc>
                <a:spcPct val="100000"/>
              </a:lnSpc>
              <a:defRPr/>
            </a:lvl1pPr>
          </a:lstStyle>
          <a:p>
            <a:r>
              <a:rPr lang="en-US" dirty="0"/>
              <a:t>Click to add title</a:t>
            </a:r>
          </a:p>
        </p:txBody>
      </p:sp>
      <p:sp>
        <p:nvSpPr>
          <p:cNvPr id="9" name="Slide Number Placeholder 8"/>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hasCustomPrompt="1"/>
          </p:nvPr>
        </p:nvSpPr>
        <p:spPr>
          <a:xfrm>
            <a:off x="3986784" y="2071314"/>
            <a:ext cx="3813048" cy="730504"/>
          </a:xfrm>
        </p:spPr>
        <p:txBody>
          <a:bodyPr anchor="ctr" anchorCtr="0">
            <a:noAutofit/>
          </a:bodyPr>
          <a:lstStyle>
            <a:lvl1pPr marL="0" indent="0">
              <a:spcBef>
                <a:spcPts val="0"/>
              </a:spcBef>
              <a:buNone/>
              <a:defRPr sz="1800" b="0" cap="all" baseline="0">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p:cNvSpPr>
            <a:spLocks noGrp="1"/>
          </p:cNvSpPr>
          <p:nvPr>
            <p:ph sz="half" idx="2" hasCustomPrompt="1"/>
          </p:nvPr>
        </p:nvSpPr>
        <p:spPr>
          <a:xfrm>
            <a:off x="3986784" y="2877312"/>
            <a:ext cx="3803992" cy="3684588"/>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7857877" y="2071314"/>
            <a:ext cx="3568150" cy="730504"/>
          </a:xfrm>
        </p:spPr>
        <p:txBody>
          <a:bodyPr anchor="ctr" anchorCtr="0">
            <a:noAutofit/>
          </a:bodyPr>
          <a:lstStyle>
            <a:lvl1pPr marL="0" indent="0">
              <a:spcBef>
                <a:spcPts val="0"/>
              </a:spcBef>
              <a:buNone/>
              <a:defRPr sz="1800" b="0" cap="all" baseline="0">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p:cNvSpPr>
            <a:spLocks noGrp="1"/>
          </p:cNvSpPr>
          <p:nvPr>
            <p:ph sz="quarter" idx="4" hasCustomPrompt="1"/>
          </p:nvPr>
        </p:nvSpPr>
        <p:spPr>
          <a:xfrm>
            <a:off x="7857877" y="2877312"/>
            <a:ext cx="3568150" cy="3684588"/>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41458"/>
            <a:ext cx="10671048" cy="1459858"/>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hasCustomPrompt="1"/>
          </p:nvPr>
        </p:nvSpPr>
        <p:spPr>
          <a:xfrm>
            <a:off x="1911096" y="2407653"/>
            <a:ext cx="932688" cy="932688"/>
          </a:xfrm>
          <a:prstGeom prst="ellipse">
            <a:avLst/>
          </a:prstGeom>
          <a:solidFill>
            <a:schemeClr val="accent3"/>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713232" y="2885439"/>
            <a:ext cx="3328416" cy="356386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6845 h 3563861"/>
              <a:gd name="connsiteX1" fmla="*/ 1191768 w 3328416"/>
              <a:gd name="connsiteY1" fmla="*/ 0 h 3563861"/>
              <a:gd name="connsiteX2" fmla="*/ 3328416 w 3328416"/>
              <a:gd name="connsiteY2" fmla="*/ 6845 h 3563861"/>
              <a:gd name="connsiteX3" fmla="*/ 3328416 w 3328416"/>
              <a:gd name="connsiteY3" fmla="*/ 3563861 h 3563861"/>
              <a:gd name="connsiteX4" fmla="*/ 0 w 3328416"/>
              <a:gd name="connsiteY4" fmla="*/ 3563861 h 3563861"/>
              <a:gd name="connsiteX5" fmla="*/ 0 w 3328416"/>
              <a:gd name="connsiteY5"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63861">
                <a:moveTo>
                  <a:pt x="0" y="6845"/>
                </a:moveTo>
                <a:lnTo>
                  <a:pt x="1191768" y="0"/>
                </a:lnTo>
                <a:cubicBezTo>
                  <a:pt x="1278636" y="383458"/>
                  <a:pt x="1523661" y="452121"/>
                  <a:pt x="1679448" y="452121"/>
                </a:cubicBezTo>
                <a:cubicBezTo>
                  <a:pt x="1835235" y="452121"/>
                  <a:pt x="2146300" y="265349"/>
                  <a:pt x="2126488" y="1"/>
                </a:cubicBezTo>
                <a:lnTo>
                  <a:pt x="3328416" y="6845"/>
                </a:lnTo>
                <a:lnTo>
                  <a:pt x="3328416" y="3563861"/>
                </a:lnTo>
                <a:lnTo>
                  <a:pt x="0" y="3563861"/>
                </a:lnTo>
                <a:lnTo>
                  <a:pt x="0" y="6845"/>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992124"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hasCustomPrompt="1"/>
          </p:nvPr>
        </p:nvSpPr>
        <p:spPr>
          <a:xfrm>
            <a:off x="5641848" y="2407653"/>
            <a:ext cx="932688" cy="932688"/>
          </a:xfrm>
          <a:prstGeom prst="ellipse">
            <a:avLst/>
          </a:prstGeom>
          <a:solidFill>
            <a:schemeClr val="accent1"/>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4443984" y="2890519"/>
            <a:ext cx="3328416" cy="355878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1765 h 3558781"/>
              <a:gd name="connsiteX1" fmla="*/ 1189736 w 3328416"/>
              <a:gd name="connsiteY1" fmla="*/ 0 h 3558781"/>
              <a:gd name="connsiteX2" fmla="*/ 3328416 w 3328416"/>
              <a:gd name="connsiteY2" fmla="*/ 1765 h 3558781"/>
              <a:gd name="connsiteX3" fmla="*/ 3328416 w 3328416"/>
              <a:gd name="connsiteY3" fmla="*/ 3558781 h 3558781"/>
              <a:gd name="connsiteX4" fmla="*/ 0 w 3328416"/>
              <a:gd name="connsiteY4" fmla="*/ 3558781 h 3558781"/>
              <a:gd name="connsiteX5" fmla="*/ 0 w 3328416"/>
              <a:gd name="connsiteY5" fmla="*/ 1765 h 3558781"/>
              <a:gd name="connsiteX0" fmla="*/ 0 w 3328416"/>
              <a:gd name="connsiteY0" fmla="*/ 1765 h 3558781"/>
              <a:gd name="connsiteX1" fmla="*/ 1189736 w 3328416"/>
              <a:gd name="connsiteY1" fmla="*/ 0 h 3558781"/>
              <a:gd name="connsiteX2" fmla="*/ 2134616 w 3328416"/>
              <a:gd name="connsiteY2" fmla="*/ 1 h 3558781"/>
              <a:gd name="connsiteX3" fmla="*/ 3328416 w 3328416"/>
              <a:gd name="connsiteY3" fmla="*/ 1765 h 3558781"/>
              <a:gd name="connsiteX4" fmla="*/ 3328416 w 3328416"/>
              <a:gd name="connsiteY4" fmla="*/ 3558781 h 3558781"/>
              <a:gd name="connsiteX5" fmla="*/ 0 w 3328416"/>
              <a:gd name="connsiteY5" fmla="*/ 3558781 h 3558781"/>
              <a:gd name="connsiteX6" fmla="*/ 0 w 3328416"/>
              <a:gd name="connsiteY6" fmla="*/ 1765 h 3558781"/>
              <a:gd name="connsiteX0" fmla="*/ 0 w 3328416"/>
              <a:gd name="connsiteY0" fmla="*/ 1765 h 3558781"/>
              <a:gd name="connsiteX1" fmla="*/ 1189736 w 3328416"/>
              <a:gd name="connsiteY1" fmla="*/ 0 h 3558781"/>
              <a:gd name="connsiteX2" fmla="*/ 1672336 w 3328416"/>
              <a:gd name="connsiteY2" fmla="*/ 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8781">
                <a:moveTo>
                  <a:pt x="0" y="1765"/>
                </a:moveTo>
                <a:lnTo>
                  <a:pt x="1189736" y="0"/>
                </a:lnTo>
                <a:cubicBezTo>
                  <a:pt x="1213443" y="191770"/>
                  <a:pt x="1332399" y="417831"/>
                  <a:pt x="1672336" y="461011"/>
                </a:cubicBezTo>
                <a:cubicBezTo>
                  <a:pt x="2024549" y="425451"/>
                  <a:pt x="2136733" y="127001"/>
                  <a:pt x="2134616" y="1"/>
                </a:cubicBezTo>
                <a:lnTo>
                  <a:pt x="3328416" y="1765"/>
                </a:lnTo>
                <a:lnTo>
                  <a:pt x="3328416" y="3558781"/>
                </a:lnTo>
                <a:lnTo>
                  <a:pt x="0" y="3558781"/>
                </a:lnTo>
                <a:lnTo>
                  <a:pt x="0" y="1765"/>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4722876"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hasCustomPrompt="1"/>
          </p:nvPr>
        </p:nvSpPr>
        <p:spPr>
          <a:xfrm>
            <a:off x="9290304" y="2407653"/>
            <a:ext cx="932688" cy="932688"/>
          </a:xfrm>
          <a:prstGeom prst="ellipse">
            <a:avLst/>
          </a:prstGeom>
          <a:solidFill>
            <a:schemeClr val="accent4"/>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8092440" y="2891789"/>
            <a:ext cx="3328416" cy="355751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495 h 3557511"/>
              <a:gd name="connsiteX1" fmla="*/ 1184910 w 3328416"/>
              <a:gd name="connsiteY1" fmla="*/ 0 h 3557511"/>
              <a:gd name="connsiteX2" fmla="*/ 3328416 w 3328416"/>
              <a:gd name="connsiteY2" fmla="*/ 495 h 3557511"/>
              <a:gd name="connsiteX3" fmla="*/ 3328416 w 3328416"/>
              <a:gd name="connsiteY3" fmla="*/ 3557511 h 3557511"/>
              <a:gd name="connsiteX4" fmla="*/ 0 w 3328416"/>
              <a:gd name="connsiteY4" fmla="*/ 3557511 h 3557511"/>
              <a:gd name="connsiteX5" fmla="*/ 0 w 3328416"/>
              <a:gd name="connsiteY5" fmla="*/ 495 h 3557511"/>
              <a:gd name="connsiteX0" fmla="*/ 0 w 3328416"/>
              <a:gd name="connsiteY0" fmla="*/ 495 h 3557511"/>
              <a:gd name="connsiteX1" fmla="*/ 1184910 w 3328416"/>
              <a:gd name="connsiteY1" fmla="*/ 0 h 3557511"/>
              <a:gd name="connsiteX2" fmla="*/ 2133600 w 3328416"/>
              <a:gd name="connsiteY2" fmla="*/ 1 h 3557511"/>
              <a:gd name="connsiteX3" fmla="*/ 3328416 w 3328416"/>
              <a:gd name="connsiteY3" fmla="*/ 495 h 3557511"/>
              <a:gd name="connsiteX4" fmla="*/ 3328416 w 3328416"/>
              <a:gd name="connsiteY4" fmla="*/ 3557511 h 3557511"/>
              <a:gd name="connsiteX5" fmla="*/ 0 w 3328416"/>
              <a:gd name="connsiteY5" fmla="*/ 3557511 h 3557511"/>
              <a:gd name="connsiteX6" fmla="*/ 0 w 3328416"/>
              <a:gd name="connsiteY6" fmla="*/ 495 h 3557511"/>
              <a:gd name="connsiteX0" fmla="*/ 0 w 3328416"/>
              <a:gd name="connsiteY0" fmla="*/ 495 h 3557511"/>
              <a:gd name="connsiteX1" fmla="*/ 1184910 w 3328416"/>
              <a:gd name="connsiteY1" fmla="*/ 0 h 3557511"/>
              <a:gd name="connsiteX2" fmla="*/ 1642110 w 3328416"/>
              <a:gd name="connsiteY2" fmla="*/ 47625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7511">
                <a:moveTo>
                  <a:pt x="0" y="495"/>
                </a:moveTo>
                <a:lnTo>
                  <a:pt x="1184910" y="0"/>
                </a:lnTo>
                <a:cubicBezTo>
                  <a:pt x="1215390" y="266700"/>
                  <a:pt x="1375410" y="415291"/>
                  <a:pt x="1672590" y="457201"/>
                </a:cubicBezTo>
                <a:cubicBezTo>
                  <a:pt x="2032000" y="411481"/>
                  <a:pt x="2098040" y="179071"/>
                  <a:pt x="2133600" y="1"/>
                </a:cubicBezTo>
                <a:lnTo>
                  <a:pt x="3328416" y="495"/>
                </a:lnTo>
                <a:lnTo>
                  <a:pt x="3328416" y="3557511"/>
                </a:lnTo>
                <a:lnTo>
                  <a:pt x="0" y="3557511"/>
                </a:lnTo>
                <a:lnTo>
                  <a:pt x="0" y="495"/>
                </a:lnTo>
                <a:close/>
              </a:path>
            </a:pathLst>
          </a:custGeo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8371332"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3" name="Oval 2">
            <a:extLst>
              <a:ext uri="{FF2B5EF4-FFF2-40B4-BE49-F238E27FC236}">
                <a16:creationId xmlns:a16="http://schemas.microsoft.com/office/drawing/2014/main" id="{44CA3ED5-BEA8-79A4-A782-B2CDF23DA49B}"/>
              </a:ext>
            </a:extLst>
          </p:cNvPr>
          <p:cNvSpPr>
            <a:spLocks noChangeAspect="1"/>
          </p:cNvSpPr>
          <p:nvPr userDrawn="1"/>
        </p:nvSpPr>
        <p:spPr>
          <a:xfrm>
            <a:off x="1911096" y="2409684"/>
            <a:ext cx="932688" cy="932688"/>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578A295-1123-7741-FF14-7A34BF88FADA}"/>
              </a:ext>
            </a:extLst>
          </p:cNvPr>
          <p:cNvSpPr>
            <a:spLocks noChangeAspect="1"/>
          </p:cNvSpPr>
          <p:nvPr userDrawn="1"/>
        </p:nvSpPr>
        <p:spPr>
          <a:xfrm>
            <a:off x="5642356" y="2407653"/>
            <a:ext cx="932688" cy="93268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8CFDE8A-AB48-8603-AAE2-E2C68488105C}"/>
              </a:ext>
            </a:extLst>
          </p:cNvPr>
          <p:cNvSpPr>
            <a:spLocks noChangeAspect="1"/>
          </p:cNvSpPr>
          <p:nvPr userDrawn="1"/>
        </p:nvSpPr>
        <p:spPr>
          <a:xfrm>
            <a:off x="9289796" y="2412733"/>
            <a:ext cx="932688" cy="932688"/>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a:extLst>
              <a:ext uri="{FF2B5EF4-FFF2-40B4-BE49-F238E27FC236}">
                <a16:creationId xmlns:a16="http://schemas.microsoft.com/office/drawing/2014/main" id="{ABC388A2-FFC7-1A87-02FB-C97B50161FD3}"/>
              </a:ext>
              <a:ext uri="{C183D7F6-B498-43B3-948B-1728B52AA6E4}">
                <adec:decorative xmlns:adec="http://schemas.microsoft.com/office/drawing/2017/decorative" val="1"/>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a:extLst>
              <a:ext uri="{FF2B5EF4-FFF2-40B4-BE49-F238E27FC236}">
                <a16:creationId xmlns:a16="http://schemas.microsoft.com/office/drawing/2014/main" id="{D64C4994-B525-F4C0-B74F-D5E8296DFC43}"/>
              </a:ext>
              <a:ext uri="{C183D7F6-B498-43B3-948B-1728B52AA6E4}">
                <adec:decorative xmlns:adec="http://schemas.microsoft.com/office/drawing/2017/decorative" val="1"/>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a:extLst>
              <a:ext uri="{FF2B5EF4-FFF2-40B4-BE49-F238E27FC236}">
                <a16:creationId xmlns:a16="http://schemas.microsoft.com/office/drawing/2014/main" id="{FEA70E9F-C506-413C-11EF-5915A2296643}"/>
              </a:ext>
              <a:ext uri="{C183D7F6-B498-43B3-948B-1728B52AA6E4}">
                <adec:decorative xmlns:adec="http://schemas.microsoft.com/office/drawing/2017/decorative" val="1"/>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a:extLst>
              <a:ext uri="{FF2B5EF4-FFF2-40B4-BE49-F238E27FC236}">
                <a16:creationId xmlns:a16="http://schemas.microsoft.com/office/drawing/2014/main" id="{F19C81EC-0322-58A2-C455-6E2C84D1E6E8}"/>
              </a:ext>
              <a:ext uri="{C183D7F6-B498-43B3-948B-1728B52AA6E4}">
                <adec:decorative xmlns:adec="http://schemas.microsoft.com/office/drawing/2017/decorative" val="1"/>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hasCustomPrompt="1"/>
          </p:nvPr>
        </p:nvSpPr>
        <p:spPr>
          <a:xfrm>
            <a:off x="1508760" y="831101"/>
            <a:ext cx="6527800" cy="2628053"/>
          </a:xfrm>
        </p:spPr>
        <p:txBody>
          <a:bodyPr>
            <a:noAutofit/>
          </a:bodyPr>
          <a:lstStyle>
            <a:lvl1pPr algn="l">
              <a:lnSpc>
                <a:spcPct val="100000"/>
              </a:lnSpc>
              <a:defRPr b="1"/>
            </a:lvl1pPr>
          </a:lstStyle>
          <a:p>
            <a:r>
              <a:rPr lang="en-US" dirty="0"/>
              <a:t>Click to add title</a:t>
            </a:r>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lvl1pPr>
              <a:defRPr>
                <a:latin typeface="+mn-lt"/>
              </a:defRPr>
            </a:lvl1pPr>
          </a:lstStyle>
          <a:p>
            <a:r>
              <a:rPr lang="en-US"/>
              <a:t>Presentation title</a:t>
            </a:r>
            <a:endParaRPr lang="en-US" dirty="0"/>
          </a:p>
        </p:txBody>
      </p:sp>
      <p:sp>
        <p:nvSpPr>
          <p:cNvPr id="6" name="Slide Number Placeholder 5"/>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idx="1" hasCustomPrompt="1"/>
          </p:nvPr>
        </p:nvSpPr>
        <p:spPr>
          <a:xfrm>
            <a:off x="1508760" y="3556431"/>
            <a:ext cx="6527800" cy="1893217"/>
          </a:xfrm>
        </p:spPr>
        <p:txBody>
          <a:bodyPr>
            <a:normAutofit/>
          </a:bodyPr>
          <a:lstStyle>
            <a:lvl1pPr marL="0" indent="0">
              <a:buNone/>
              <a:defRPr sz="1500"/>
            </a:lvl1pPr>
            <a:lvl2pPr>
              <a:defRPr sz="1500"/>
            </a:lvl2pPr>
            <a:lvl3pPr>
              <a:defRPr sz="1500"/>
            </a:lvl3pPr>
            <a:lvl4pPr>
              <a:defRPr sz="1500"/>
            </a:lvl4pPr>
            <a:lvl5pPr>
              <a:defRPr sz="15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hasCustomPrompt="1"/>
          </p:nvPr>
        </p:nvSpPr>
        <p:spPr>
          <a:xfrm>
            <a:off x="1527048" y="327989"/>
            <a:ext cx="4550664" cy="2453773"/>
          </a:xfrm>
        </p:spPr>
        <p:txBody>
          <a:bodyPr tIns="0" anchor="b" anchorCtr="0">
            <a:noAutofit/>
          </a:bodyPr>
          <a:lstStyle>
            <a:lvl1pPr algn="l">
              <a:defRPr sz="4400"/>
            </a:lvl1pPr>
          </a:lstStyle>
          <a:p>
            <a:r>
              <a:rPr lang="en-US" dirty="0"/>
              <a:t>Click to add title</a:t>
            </a:r>
          </a:p>
        </p:txBody>
      </p:sp>
      <p:sp>
        <p:nvSpPr>
          <p:cNvPr id="3" name="Subtitle 2"/>
          <p:cNvSpPr>
            <a:spLocks noGrp="1"/>
          </p:cNvSpPr>
          <p:nvPr>
            <p:ph type="subTitle" idx="1" hasCustomPrompt="1"/>
          </p:nvPr>
        </p:nvSpPr>
        <p:spPr>
          <a:xfrm>
            <a:off x="1545336" y="2846832"/>
            <a:ext cx="4550664" cy="2314448"/>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a:extLst>
              <a:ext uri="{FF2B5EF4-FFF2-40B4-BE49-F238E27FC236}">
                <a16:creationId xmlns:a16="http://schemas.microsoft.com/office/drawing/2014/main" id="{8D5D10FF-3DE5-39CA-FA9A-29A09DC47BF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a:extLst>
              <a:ext uri="{FF2B5EF4-FFF2-40B4-BE49-F238E27FC236}">
                <a16:creationId xmlns:a16="http://schemas.microsoft.com/office/drawing/2014/main" id="{BFA89E6A-8342-AE30-45E0-BC1DFE3276C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 uri="{C183D7F6-B498-43B3-948B-1728B52AA6E4}">
                <adec:decorative xmlns:adec="http://schemas.microsoft.com/office/drawing/2017/decorative" val="1"/>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a:extLst>
              <a:ext uri="{FF2B5EF4-FFF2-40B4-BE49-F238E27FC236}">
                <a16:creationId xmlns:a16="http://schemas.microsoft.com/office/drawing/2014/main" id="{D9D7EB49-4BC9-040F-C4CC-5771C5FB312B}"/>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a:extLst>
              <a:ext uri="{FF2B5EF4-FFF2-40B4-BE49-F238E27FC236}">
                <a16:creationId xmlns:a16="http://schemas.microsoft.com/office/drawing/2014/main" id="{3CE04498-C285-EFB8-340C-1A064078152B}"/>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8" name="Title 19">
            <a:extLst>
              <a:ext uri="{FF2B5EF4-FFF2-40B4-BE49-F238E27FC236}">
                <a16:creationId xmlns:a16="http://schemas.microsoft.com/office/drawing/2014/main" id="{9CBE0ADC-7FA0-F7E3-96EF-BBACB6A9076E}"/>
              </a:ext>
            </a:extLst>
          </p:cNvPr>
          <p:cNvSpPr>
            <a:spLocks noGrp="1"/>
          </p:cNvSpPr>
          <p:nvPr>
            <p:ph type="title" hasCustomPrompt="1"/>
          </p:nvPr>
        </p:nvSpPr>
        <p:spPr>
          <a:xfrm>
            <a:off x="3685032" y="755374"/>
            <a:ext cx="7740995" cy="1500145"/>
          </a:xfrm>
        </p:spPr>
        <p:txBody>
          <a:bodyPr>
            <a:noAutofit/>
          </a:bodyPr>
          <a:lstStyle>
            <a:lvl1pPr algn="l">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hasCustomPrompt="1"/>
          </p:nvPr>
        </p:nvSpPr>
        <p:spPr>
          <a:xfrm>
            <a:off x="3685032" y="2305215"/>
            <a:ext cx="3741928" cy="4306380"/>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hasCustomPrompt="1"/>
          </p:nvPr>
        </p:nvSpPr>
        <p:spPr>
          <a:xfrm>
            <a:off x="7684539" y="2305215"/>
            <a:ext cx="3741928" cy="4306380"/>
          </a:xfrm>
        </p:spPr>
        <p:txBody>
          <a:bodyPr lIns="45720" rIns="45720" bIns="45720">
            <a:normAutofit/>
          </a:bodyPr>
          <a:lstStyle>
            <a:lvl1pPr>
              <a:defRPr sz="1500"/>
            </a:lvl1pPr>
            <a:lvl2pPr>
              <a:defRPr sz="13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lstStyle/>
          <a:p>
            <a:r>
              <a:rPr lang="en-US" dirty="0"/>
              <a:t>Click to add title</a:t>
            </a:r>
          </a:p>
        </p:txBody>
      </p:sp>
      <p:sp>
        <p:nvSpPr>
          <p:cNvPr id="4" name="Footer Placeholder 3"/>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70215" y="741458"/>
            <a:ext cx="3932237" cy="1524662"/>
          </a:xfrm>
        </p:spPr>
        <p:txBody>
          <a:bodyPr anchor="b"/>
          <a:lstStyle>
            <a:lvl1pPr>
              <a:lnSpc>
                <a:spcPct val="100000"/>
              </a:lnSpc>
              <a:defRPr sz="3200"/>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70215" y="2301902"/>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3"/>
            <a:ext cx="4011087" cy="1480931"/>
          </a:xfrm>
        </p:spPr>
        <p:txBody>
          <a:bodyPr anchor="b"/>
          <a:lstStyle>
            <a:lvl1pPr>
              <a:lnSpc>
                <a:spcPct val="100000"/>
              </a:lnSpc>
              <a:defRPr sz="3200"/>
            </a:lvl1pPr>
          </a:lstStyle>
          <a:p>
            <a:r>
              <a:rPr lang="en-US" dirty="0"/>
              <a:t>Click to add title</a:t>
            </a:r>
          </a:p>
        </p:txBody>
      </p:sp>
      <p:sp>
        <p:nvSpPr>
          <p:cNvPr id="6" name="Footer Placeholder 5"/>
          <p:cNvSpPr>
            <a:spLocks noGrp="1"/>
          </p:cNvSpPr>
          <p:nvPr>
            <p:ph type="ftr" sz="quarter" idx="11"/>
          </p:nvPr>
        </p:nvSpPr>
        <p:spPr/>
        <p:txBody>
          <a:bodyPr/>
          <a:lstStyle>
            <a:lvl1pPr>
              <a:defRPr>
                <a:latin typeface="+mn-lt"/>
              </a:defRPr>
            </a:lvl1pPr>
          </a:lstStyle>
          <a:p>
            <a:r>
              <a:rPr lang="en-US"/>
              <a:t>Presentation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401108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760938" y="457200"/>
            <a:ext cx="3200400" cy="244502"/>
          </a:xfrm>
          <a:prstGeom prst="rect">
            <a:avLst/>
          </a:prstGeom>
        </p:spPr>
        <p:txBody>
          <a:bodyPr vert="horz" lIns="0" tIns="45720" rIns="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3403092" y="69574"/>
            <a:ext cx="5385816" cy="3139970"/>
          </a:xfrm>
        </p:spPr>
        <p:txBody>
          <a:bodyPr/>
          <a:lstStyle/>
          <a:p>
            <a:r>
              <a:rPr lang="en-US" dirty="0"/>
              <a:t>Customer churn prediction</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a:xfrm>
            <a:off x="4349496" y="3255267"/>
            <a:ext cx="3493008" cy="1644724"/>
          </a:xfrm>
        </p:spPr>
        <p:txBody>
          <a:bodyPr/>
          <a:lstStyle/>
          <a:p>
            <a:r>
              <a:rPr lang="en-US" dirty="0"/>
              <a:t>By :</a:t>
            </a:r>
          </a:p>
          <a:p>
            <a:r>
              <a:rPr lang="en-US" dirty="0" err="1"/>
              <a:t>Brindha</a:t>
            </a:r>
            <a:r>
              <a:rPr lang="en-US" dirty="0"/>
              <a:t>. B</a:t>
            </a:r>
          </a:p>
          <a:p>
            <a:endParaRPr lang="en-US" dirty="0"/>
          </a:p>
          <a:p>
            <a:endParaRPr lang="en-US" dirty="0"/>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3BD5E-693D-4358-C27D-1EE97821B674}"/>
              </a:ext>
            </a:extLst>
          </p:cNvPr>
          <p:cNvSpPr>
            <a:spLocks noGrp="1"/>
          </p:cNvSpPr>
          <p:nvPr>
            <p:ph type="title"/>
          </p:nvPr>
        </p:nvSpPr>
        <p:spPr/>
        <p:txBody>
          <a:bodyPr/>
          <a:lstStyle/>
          <a:p>
            <a:r>
              <a:rPr lang="en-IN" dirty="0"/>
              <a:t>ABSTARCTION</a:t>
            </a:r>
          </a:p>
        </p:txBody>
      </p:sp>
      <p:sp>
        <p:nvSpPr>
          <p:cNvPr id="3" name="Content Placeholder 2">
            <a:extLst>
              <a:ext uri="{FF2B5EF4-FFF2-40B4-BE49-F238E27FC236}">
                <a16:creationId xmlns:a16="http://schemas.microsoft.com/office/drawing/2014/main" id="{D1888D59-E4A7-2D83-5522-4035F8A91FF9}"/>
              </a:ext>
            </a:extLst>
          </p:cNvPr>
          <p:cNvSpPr>
            <a:spLocks noGrp="1"/>
          </p:cNvSpPr>
          <p:nvPr>
            <p:ph idx="1"/>
          </p:nvPr>
        </p:nvSpPr>
        <p:spPr/>
        <p:txBody>
          <a:bodyPr>
            <a:normAutofit fontScale="70000" lnSpcReduction="20000"/>
          </a:bodyPr>
          <a:lstStyle/>
          <a:p>
            <a:r>
              <a:rPr lang="en-US" dirty="0"/>
              <a:t>Customer churn poses a significant challenge for businesses across industries, leading to revenue loss and decreased profitability. This project aims to develop an effective customer churn prediction model for [Your Company's Name] using advanced machine learning techniques. By leveraging historical customer data, including demographic information, purchase history, and customer interactions, our model employs predictive analytics to identify customers at risk of churning</a:t>
            </a:r>
            <a:endParaRPr lang="en-IN" dirty="0"/>
          </a:p>
        </p:txBody>
      </p:sp>
    </p:spTree>
    <p:extLst>
      <p:ext uri="{BB962C8B-B14F-4D97-AF65-F5344CB8AC3E}">
        <p14:creationId xmlns:p14="http://schemas.microsoft.com/office/powerpoint/2010/main" val="1652871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20D8D-3568-E766-94A7-882B5F216453}"/>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8D005EA2-3DE7-F666-27EB-85D4FB09C6CD}"/>
              </a:ext>
            </a:extLst>
          </p:cNvPr>
          <p:cNvSpPr>
            <a:spLocks noGrp="1"/>
          </p:cNvSpPr>
          <p:nvPr>
            <p:ph idx="1"/>
          </p:nvPr>
        </p:nvSpPr>
        <p:spPr/>
        <p:txBody>
          <a:bodyPr>
            <a:normAutofit fontScale="25000" lnSpcReduction="20000"/>
          </a:bodyPr>
          <a:lstStyle/>
          <a:p>
            <a:r>
              <a:rPr lang="en-US" sz="6200" dirty="0"/>
              <a:t>The primary objective of the Customer Churn Prediction project using data analytics is to develop a robust and precise machine learning model that can accurately predict customer churn. This entails leveraging historical customer data encompassing demographics, transaction history, and interactions to create a predictive tool.</a:t>
            </a:r>
          </a:p>
          <a:p>
            <a:r>
              <a:rPr lang="en-US" sz="6200" dirty="0"/>
              <a:t>the success of the project hinges on the ability of the model to effectively forecast customer churn, thereby enabling data-driven decision-making for customer retention efforts</a:t>
            </a:r>
          </a:p>
          <a:p>
            <a:endParaRPr lang="en-IN" dirty="0"/>
          </a:p>
        </p:txBody>
      </p:sp>
    </p:spTree>
    <p:extLst>
      <p:ext uri="{BB962C8B-B14F-4D97-AF65-F5344CB8AC3E}">
        <p14:creationId xmlns:p14="http://schemas.microsoft.com/office/powerpoint/2010/main" val="106605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1499616" y="89452"/>
            <a:ext cx="5693664" cy="2580596"/>
          </a:xfrm>
        </p:spPr>
        <p:txBody>
          <a:bodyPr/>
          <a:lstStyle/>
          <a:p>
            <a:r>
              <a:rPr lang="en-US" dirty="0"/>
              <a:t>DESIGN THINKING</a:t>
            </a: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770632"/>
            <a:ext cx="5693664" cy="3122168"/>
          </a:xfrm>
        </p:spPr>
        <p:txBody>
          <a:bodyPr>
            <a:normAutofit/>
          </a:bodyPr>
          <a:lstStyle/>
          <a:p>
            <a:pPr marL="342900" indent="-342900">
              <a:buFont typeface="Arial" panose="020B0604020202020204" pitchFamily="34" charset="0"/>
              <a:buChar char="•"/>
            </a:pPr>
            <a:r>
              <a:rPr lang="en-US" dirty="0"/>
              <a:t>Data Collection</a:t>
            </a:r>
          </a:p>
          <a:p>
            <a:pPr marL="342900" indent="-342900">
              <a:buFont typeface="Arial" panose="020B0604020202020204" pitchFamily="34" charset="0"/>
              <a:buChar char="•"/>
            </a:pPr>
            <a:r>
              <a:rPr lang="en-US" dirty="0"/>
              <a:t>Data Preprocessing</a:t>
            </a:r>
          </a:p>
          <a:p>
            <a:pPr marL="342900" indent="-342900">
              <a:buFont typeface="Arial" panose="020B0604020202020204" pitchFamily="34" charset="0"/>
              <a:buChar char="•"/>
            </a:pPr>
            <a:r>
              <a:rPr lang="en-US" dirty="0"/>
              <a:t>Exploratory Data Analytics</a:t>
            </a:r>
          </a:p>
          <a:p>
            <a:pPr marL="342900" indent="-342900">
              <a:buFont typeface="Arial" panose="020B0604020202020204" pitchFamily="34" charset="0"/>
              <a:buChar char="•"/>
            </a:pPr>
            <a:r>
              <a:rPr lang="en-US" dirty="0"/>
              <a:t>Visualization</a:t>
            </a:r>
          </a:p>
          <a:p>
            <a:pPr marL="342900" indent="-342900">
              <a:buFont typeface="Arial" panose="020B0604020202020204" pitchFamily="34" charset="0"/>
              <a:buChar char="•"/>
            </a:pPr>
            <a:r>
              <a:rPr lang="en-US" dirty="0"/>
              <a:t>Insights of the Project</a:t>
            </a:r>
          </a:p>
        </p:txBody>
      </p:sp>
    </p:spTree>
    <p:extLst>
      <p:ext uri="{BB962C8B-B14F-4D97-AF65-F5344CB8AC3E}">
        <p14:creationId xmlns:p14="http://schemas.microsoft.com/office/powerpoint/2010/main" val="3855531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338" y="814388"/>
            <a:ext cx="6767512" cy="2811462"/>
          </a:xfrm>
        </p:spPr>
        <p:txBody>
          <a:bodyPr/>
          <a:lstStyle/>
          <a:p>
            <a:r>
              <a:rPr lang="en-US" dirty="0"/>
              <a:t>Data collection</a:t>
            </a: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4224528" y="406400"/>
            <a:ext cx="3200400" cy="274320"/>
          </a:xfrm>
        </p:spPr>
        <p:txBody>
          <a:bodyPr/>
          <a:lstStyle/>
          <a:p>
            <a:r>
              <a:rPr lang="en-US" dirty="0"/>
              <a:t>Customer Churn Prediction</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a:xfrm>
            <a:off x="10003536" y="472108"/>
            <a:ext cx="987552" cy="244503"/>
          </a:xfrm>
        </p:spPr>
        <p:txBody>
          <a:bodyPr/>
          <a:lstStyle/>
          <a:p>
            <a:fld id="{48F63A3B-78C7-47BE-AE5E-E10140E04643}" type="slidenum">
              <a:rPr lang="en-US" smtClean="0"/>
              <a:pPr/>
              <a:t>5</a:t>
            </a:fld>
            <a:endParaRPr lang="en-US" dirty="0"/>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4224528" y="3723748"/>
            <a:ext cx="6766560" cy="2447238"/>
          </a:xfrm>
        </p:spPr>
        <p:txBody>
          <a:bodyPr/>
          <a:lstStyle/>
          <a:p>
            <a:pPr marL="285750" indent="-285750">
              <a:buFont typeface="Arial" panose="020B0604020202020204" pitchFamily="34" charset="0"/>
              <a:buChar char="•"/>
            </a:pPr>
            <a:r>
              <a:rPr lang="en-US" b="0" i="0" dirty="0">
                <a:solidFill>
                  <a:srgbClr val="374151"/>
                </a:solidFill>
                <a:effectLst/>
                <a:latin typeface="Söhne"/>
              </a:rPr>
              <a:t>Collecting relevant data is the foundation of this project. We have collected the required data from a Telecom Customer Churn dataset in Kaggle, containing 242 rows of data and 20 attributes for each entry excluding the customer ID. </a:t>
            </a:r>
          </a:p>
          <a:p>
            <a:pPr marL="285750" indent="-285750">
              <a:buFont typeface="Arial" panose="020B0604020202020204" pitchFamily="34" charset="0"/>
              <a:buChar char="•"/>
            </a:pPr>
            <a:r>
              <a:rPr lang="en-US" dirty="0">
                <a:solidFill>
                  <a:srgbClr val="374151"/>
                </a:solidFill>
                <a:latin typeface="Söhne"/>
              </a:rPr>
              <a:t>The dataset is a .csv file, extracted from Kaggle, which is a open source website containing a large number of free datasets for student access.</a:t>
            </a:r>
          </a:p>
          <a:p>
            <a:pPr marL="285750" indent="-285750">
              <a:buFont typeface="Arial" panose="020B0604020202020204" pitchFamily="34" charset="0"/>
              <a:buChar char="•"/>
            </a:pPr>
            <a:r>
              <a:rPr lang="en-US" dirty="0">
                <a:solidFill>
                  <a:srgbClr val="374151"/>
                </a:solidFill>
                <a:latin typeface="Söhne"/>
              </a:rPr>
              <a:t>The dataset contains information such as </a:t>
            </a:r>
            <a:r>
              <a:rPr lang="en-US" dirty="0" err="1">
                <a:solidFill>
                  <a:srgbClr val="374151"/>
                </a:solidFill>
                <a:latin typeface="Söhne"/>
              </a:rPr>
              <a:t>CustomerID</a:t>
            </a:r>
            <a:r>
              <a:rPr lang="en-US" dirty="0">
                <a:solidFill>
                  <a:srgbClr val="374151"/>
                </a:solidFill>
                <a:latin typeface="Söhne"/>
              </a:rPr>
              <a:t>, Gender, Senior Citizen, Partner, Dependents, tenure, Phone Service, Multiple Lines, Online Backup, </a:t>
            </a:r>
            <a:r>
              <a:rPr lang="en-US" dirty="0" err="1">
                <a:solidFill>
                  <a:srgbClr val="374151"/>
                </a:solidFill>
                <a:latin typeface="Söhne"/>
              </a:rPr>
              <a:t>TechSupport</a:t>
            </a:r>
            <a:r>
              <a:rPr lang="en-US" dirty="0">
                <a:solidFill>
                  <a:srgbClr val="374151"/>
                </a:solidFill>
                <a:latin typeface="Söhne"/>
              </a:rPr>
              <a:t> etc., and finally Churn status</a:t>
            </a:r>
            <a:endParaRPr lang="en-US" dirty="0"/>
          </a:p>
        </p:txBody>
      </p:sp>
    </p:spTree>
    <p:extLst>
      <p:ext uri="{BB962C8B-B14F-4D97-AF65-F5344CB8AC3E}">
        <p14:creationId xmlns:p14="http://schemas.microsoft.com/office/powerpoint/2010/main" val="979622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64554-D8D3-14E4-A1BF-97926EC7FFA0}"/>
              </a:ext>
            </a:extLst>
          </p:cNvPr>
          <p:cNvSpPr>
            <a:spLocks noGrp="1"/>
          </p:cNvSpPr>
          <p:nvPr>
            <p:ph type="title"/>
          </p:nvPr>
        </p:nvSpPr>
        <p:spPr/>
        <p:txBody>
          <a:bodyPr/>
          <a:lstStyle/>
          <a:p>
            <a:r>
              <a:rPr lang="en-IN" dirty="0"/>
              <a:t>DATA PREPROCESSING</a:t>
            </a:r>
          </a:p>
        </p:txBody>
      </p:sp>
      <p:sp>
        <p:nvSpPr>
          <p:cNvPr id="3" name="Footer Placeholder 2">
            <a:extLst>
              <a:ext uri="{FF2B5EF4-FFF2-40B4-BE49-F238E27FC236}">
                <a16:creationId xmlns:a16="http://schemas.microsoft.com/office/drawing/2014/main" id="{20EDE2B9-488C-340D-2772-CD41DC259D7F}"/>
              </a:ext>
            </a:extLst>
          </p:cNvPr>
          <p:cNvSpPr>
            <a:spLocks noGrp="1"/>
          </p:cNvSpPr>
          <p:nvPr>
            <p:ph type="ftr" sz="quarter" idx="11"/>
          </p:nvPr>
        </p:nvSpPr>
        <p:spPr/>
        <p:txBody>
          <a:bodyPr/>
          <a:lstStyle/>
          <a:p>
            <a:r>
              <a:rPr lang="en-US" dirty="0"/>
              <a:t>Customer Churn Prediction</a:t>
            </a:r>
          </a:p>
        </p:txBody>
      </p:sp>
      <p:sp>
        <p:nvSpPr>
          <p:cNvPr id="4" name="Slide Number Placeholder 3">
            <a:extLst>
              <a:ext uri="{FF2B5EF4-FFF2-40B4-BE49-F238E27FC236}">
                <a16:creationId xmlns:a16="http://schemas.microsoft.com/office/drawing/2014/main" id="{E831B942-7A6C-1779-A328-2FCF063EB5D1}"/>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5" name="Content Placeholder 4">
            <a:extLst>
              <a:ext uri="{FF2B5EF4-FFF2-40B4-BE49-F238E27FC236}">
                <a16:creationId xmlns:a16="http://schemas.microsoft.com/office/drawing/2014/main" id="{6C9FF918-F94E-E500-EEF7-A981450926F0}"/>
              </a:ext>
            </a:extLst>
          </p:cNvPr>
          <p:cNvSpPr>
            <a:spLocks noGrp="1"/>
          </p:cNvSpPr>
          <p:nvPr>
            <p:ph idx="1"/>
          </p:nvPr>
        </p:nvSpPr>
        <p:spPr/>
        <p:txBody>
          <a:bodyPr/>
          <a:lstStyle/>
          <a:p>
            <a:pPr marL="285750" indent="-285750">
              <a:buFont typeface="Arial" panose="020B0604020202020204" pitchFamily="34" charset="0"/>
              <a:buChar char="•"/>
            </a:pPr>
            <a:r>
              <a:rPr lang="en-US" dirty="0"/>
              <a:t>Strategies should be implemented to handle missing values. References can be taken online to determine appropriate approaches for filling missing data.</a:t>
            </a:r>
            <a:endParaRPr lang="en-IN" dirty="0"/>
          </a:p>
          <a:p>
            <a:pPr marL="285750" indent="-285750">
              <a:buFont typeface="Arial" panose="020B0604020202020204" pitchFamily="34" charset="0"/>
              <a:buChar char="•"/>
            </a:pPr>
            <a:r>
              <a:rPr lang="en-US" dirty="0"/>
              <a:t> Decide whether outliers should be corrected, removed, or retained based on their impact on the analysis</a:t>
            </a:r>
          </a:p>
          <a:p>
            <a:pPr marL="285750" indent="-285750">
              <a:buFont typeface="Arial" panose="020B0604020202020204" pitchFamily="34" charset="0"/>
              <a:buChar char="•"/>
            </a:pPr>
            <a:r>
              <a:rPr lang="en-US" dirty="0"/>
              <a:t>Techniques should be employed to identify and handle any duplicate entries in the dataset, ensuring that each data point is unique and contributes meaningfully to the analysis</a:t>
            </a:r>
          </a:p>
        </p:txBody>
      </p:sp>
    </p:spTree>
    <p:extLst>
      <p:ext uri="{BB962C8B-B14F-4D97-AF65-F5344CB8AC3E}">
        <p14:creationId xmlns:p14="http://schemas.microsoft.com/office/powerpoint/2010/main" val="110288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E59CC-55D2-DB86-8AA7-1C9459114D97}"/>
              </a:ext>
            </a:extLst>
          </p:cNvPr>
          <p:cNvSpPr>
            <a:spLocks noGrp="1"/>
          </p:cNvSpPr>
          <p:nvPr>
            <p:ph type="title"/>
          </p:nvPr>
        </p:nvSpPr>
        <p:spPr/>
        <p:txBody>
          <a:bodyPr/>
          <a:lstStyle/>
          <a:p>
            <a:r>
              <a:rPr lang="en-IN" dirty="0"/>
              <a:t>Exploratory data analysis </a:t>
            </a:r>
          </a:p>
        </p:txBody>
      </p:sp>
      <p:sp>
        <p:nvSpPr>
          <p:cNvPr id="3" name="Footer Placeholder 2">
            <a:extLst>
              <a:ext uri="{FF2B5EF4-FFF2-40B4-BE49-F238E27FC236}">
                <a16:creationId xmlns:a16="http://schemas.microsoft.com/office/drawing/2014/main" id="{EB23A6F4-3DF8-A995-1356-184C7B7E9BC3}"/>
              </a:ext>
            </a:extLst>
          </p:cNvPr>
          <p:cNvSpPr>
            <a:spLocks noGrp="1"/>
          </p:cNvSpPr>
          <p:nvPr>
            <p:ph type="ftr" sz="quarter" idx="11"/>
          </p:nvPr>
        </p:nvSpPr>
        <p:spPr/>
        <p:txBody>
          <a:bodyPr/>
          <a:lstStyle/>
          <a:p>
            <a:r>
              <a:rPr lang="en-US" dirty="0"/>
              <a:t>Customer Churn Prediction</a:t>
            </a:r>
          </a:p>
        </p:txBody>
      </p:sp>
      <p:sp>
        <p:nvSpPr>
          <p:cNvPr id="4" name="Slide Number Placeholder 3">
            <a:extLst>
              <a:ext uri="{FF2B5EF4-FFF2-40B4-BE49-F238E27FC236}">
                <a16:creationId xmlns:a16="http://schemas.microsoft.com/office/drawing/2014/main" id="{09C6C28B-4439-6E22-3FC8-B09332835235}"/>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5" name="Content Placeholder 4">
            <a:extLst>
              <a:ext uri="{FF2B5EF4-FFF2-40B4-BE49-F238E27FC236}">
                <a16:creationId xmlns:a16="http://schemas.microsoft.com/office/drawing/2014/main" id="{7345F821-F1FB-310E-9574-B768C3EBE5DA}"/>
              </a:ext>
            </a:extLst>
          </p:cNvPr>
          <p:cNvSpPr>
            <a:spLocks noGrp="1"/>
          </p:cNvSpPr>
          <p:nvPr>
            <p:ph idx="1"/>
          </p:nvPr>
        </p:nvSpPr>
        <p:spPr/>
        <p:txBody>
          <a:bodyPr/>
          <a:lstStyle/>
          <a:p>
            <a:pPr marL="285750" indent="-285750">
              <a:buFont typeface="Arial" panose="020B0604020202020204" pitchFamily="34" charset="0"/>
              <a:buChar char="•"/>
            </a:pPr>
            <a:r>
              <a:rPr lang="en-US" dirty="0"/>
              <a:t>EDA is a crucial step to take before diving into machine learning or statistical modeling because it provides the context needed to develop an appropriate model for the problem at hand and to correctly interpret its results.</a:t>
            </a:r>
          </a:p>
          <a:p>
            <a:pPr marL="285750" indent="-285750">
              <a:buFont typeface="Arial" panose="020B0604020202020204" pitchFamily="34" charset="0"/>
              <a:buChar char="•"/>
            </a:pPr>
            <a:r>
              <a:rPr lang="en-US" dirty="0"/>
              <a:t>EDA Techniques such as histograms, box plots can be used to summarize the main characteristics of the dataset.</a:t>
            </a:r>
          </a:p>
          <a:p>
            <a:pPr marL="285750" indent="-285750">
              <a:buFont typeface="Arial" panose="020B0604020202020204" pitchFamily="34" charset="0"/>
              <a:buChar char="•"/>
            </a:pPr>
            <a:r>
              <a:rPr lang="en-US" dirty="0"/>
              <a:t>Methods in used in EDA can be graphical or non-graphical, univariate or multivariate.</a:t>
            </a:r>
            <a:endParaRPr lang="en-IN" dirty="0"/>
          </a:p>
        </p:txBody>
      </p:sp>
    </p:spTree>
    <p:extLst>
      <p:ext uri="{BB962C8B-B14F-4D97-AF65-F5344CB8AC3E}">
        <p14:creationId xmlns:p14="http://schemas.microsoft.com/office/powerpoint/2010/main" val="1493777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51A5B-611F-8BE6-1782-4BBA554B9662}"/>
              </a:ext>
            </a:extLst>
          </p:cNvPr>
          <p:cNvSpPr>
            <a:spLocks noGrp="1"/>
          </p:cNvSpPr>
          <p:nvPr>
            <p:ph type="title"/>
          </p:nvPr>
        </p:nvSpPr>
        <p:spPr/>
        <p:txBody>
          <a:bodyPr/>
          <a:lstStyle/>
          <a:p>
            <a:r>
              <a:rPr lang="en-IN" dirty="0"/>
              <a:t>VISUALIZATION</a:t>
            </a:r>
          </a:p>
        </p:txBody>
      </p:sp>
      <p:sp>
        <p:nvSpPr>
          <p:cNvPr id="3" name="Footer Placeholder 2">
            <a:extLst>
              <a:ext uri="{FF2B5EF4-FFF2-40B4-BE49-F238E27FC236}">
                <a16:creationId xmlns:a16="http://schemas.microsoft.com/office/drawing/2014/main" id="{61756315-5AE3-BB5B-D310-CDF96D1C420E}"/>
              </a:ext>
            </a:extLst>
          </p:cNvPr>
          <p:cNvSpPr>
            <a:spLocks noGrp="1"/>
          </p:cNvSpPr>
          <p:nvPr>
            <p:ph type="ftr" sz="quarter" idx="11"/>
          </p:nvPr>
        </p:nvSpPr>
        <p:spPr/>
        <p:txBody>
          <a:bodyPr/>
          <a:lstStyle/>
          <a:p>
            <a:r>
              <a:rPr lang="en-US" dirty="0"/>
              <a:t>Customer Churn Prediction</a:t>
            </a:r>
          </a:p>
        </p:txBody>
      </p:sp>
      <p:sp>
        <p:nvSpPr>
          <p:cNvPr id="4" name="Slide Number Placeholder 3">
            <a:extLst>
              <a:ext uri="{FF2B5EF4-FFF2-40B4-BE49-F238E27FC236}">
                <a16:creationId xmlns:a16="http://schemas.microsoft.com/office/drawing/2014/main" id="{BD58E028-AE48-9149-A433-365061B782D5}"/>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5" name="Content Placeholder 4">
            <a:extLst>
              <a:ext uri="{FF2B5EF4-FFF2-40B4-BE49-F238E27FC236}">
                <a16:creationId xmlns:a16="http://schemas.microsoft.com/office/drawing/2014/main" id="{85F3E682-2B06-D6BB-63F4-B6C2E56E8373}"/>
              </a:ext>
            </a:extLst>
          </p:cNvPr>
          <p:cNvSpPr>
            <a:spLocks noGrp="1"/>
          </p:cNvSpPr>
          <p:nvPr>
            <p:ph idx="1"/>
          </p:nvPr>
        </p:nvSpPr>
        <p:spPr/>
        <p:txBody>
          <a:bodyPr/>
          <a:lstStyle/>
          <a:p>
            <a:pPr marL="285750" indent="-285750">
              <a:buFont typeface="Arial" panose="020B0604020202020204" pitchFamily="34" charset="0"/>
              <a:buChar char="•"/>
            </a:pPr>
            <a:r>
              <a:rPr lang="en-IN" dirty="0"/>
              <a:t>Visualization can be achieved by the various visualization tools offered by IBM Cognos. Visualization can also be achieved by the Pandas profiling report, which provides essential insights into the data  such as outliers, correlations between the important numerical variables.</a:t>
            </a:r>
          </a:p>
          <a:p>
            <a:pPr marL="285750" indent="-285750">
              <a:buFont typeface="Arial" panose="020B0604020202020204" pitchFamily="34" charset="0"/>
              <a:buChar char="•"/>
            </a:pPr>
            <a:r>
              <a:rPr lang="en-IN" dirty="0"/>
              <a:t>Matplotlib library can also be used for visualizing the dataset.</a:t>
            </a:r>
          </a:p>
          <a:p>
            <a:pPr marL="285750" indent="-285750">
              <a:buFont typeface="Arial" panose="020B0604020202020204" pitchFamily="34" charset="0"/>
              <a:buChar char="•"/>
            </a:pPr>
            <a:r>
              <a:rPr lang="en-IN" dirty="0"/>
              <a:t>The total customer churn can be visualized by pie chart, bar chart, etc.,</a:t>
            </a:r>
          </a:p>
          <a:p>
            <a:pPr marL="285750" indent="-285750">
              <a:buFont typeface="Arial" panose="020B0604020202020204" pitchFamily="34" charset="0"/>
              <a:buChar char="•"/>
            </a:pPr>
            <a:r>
              <a:rPr lang="en-IN" dirty="0"/>
              <a:t>The difference in churn rates among various categories such as gender-based etc., can be visualized with the help of bar charts and graphs.</a:t>
            </a:r>
          </a:p>
        </p:txBody>
      </p:sp>
    </p:spTree>
    <p:extLst>
      <p:ext uri="{BB962C8B-B14F-4D97-AF65-F5344CB8AC3E}">
        <p14:creationId xmlns:p14="http://schemas.microsoft.com/office/powerpoint/2010/main" val="4066441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9A01-722D-7902-D5C9-45DF29D0ACF7}"/>
              </a:ext>
            </a:extLst>
          </p:cNvPr>
          <p:cNvSpPr>
            <a:spLocks noGrp="1"/>
          </p:cNvSpPr>
          <p:nvPr>
            <p:ph type="title"/>
          </p:nvPr>
        </p:nvSpPr>
        <p:spPr/>
        <p:txBody>
          <a:bodyPr/>
          <a:lstStyle/>
          <a:p>
            <a:r>
              <a:rPr lang="en-IN" dirty="0"/>
              <a:t>INSIGHTS OF THE PROJECT </a:t>
            </a:r>
          </a:p>
        </p:txBody>
      </p:sp>
      <p:sp>
        <p:nvSpPr>
          <p:cNvPr id="3" name="Footer Placeholder 2">
            <a:extLst>
              <a:ext uri="{FF2B5EF4-FFF2-40B4-BE49-F238E27FC236}">
                <a16:creationId xmlns:a16="http://schemas.microsoft.com/office/drawing/2014/main" id="{4E9B8FCC-93D0-6850-6F71-0BDE52FF7EBA}"/>
              </a:ext>
            </a:extLst>
          </p:cNvPr>
          <p:cNvSpPr>
            <a:spLocks noGrp="1"/>
          </p:cNvSpPr>
          <p:nvPr>
            <p:ph type="ftr" sz="quarter" idx="11"/>
          </p:nvPr>
        </p:nvSpPr>
        <p:spPr/>
        <p:txBody>
          <a:bodyPr/>
          <a:lstStyle/>
          <a:p>
            <a:r>
              <a:rPr lang="en-US" dirty="0"/>
              <a:t>Customer Churn Prediction</a:t>
            </a:r>
          </a:p>
        </p:txBody>
      </p:sp>
      <p:sp>
        <p:nvSpPr>
          <p:cNvPr id="4" name="Slide Number Placeholder 3">
            <a:extLst>
              <a:ext uri="{FF2B5EF4-FFF2-40B4-BE49-F238E27FC236}">
                <a16:creationId xmlns:a16="http://schemas.microsoft.com/office/drawing/2014/main" id="{C2C77EBE-A934-FCC8-12DC-A2646E2E1769}"/>
              </a:ext>
            </a:extLst>
          </p:cNvPr>
          <p:cNvSpPr>
            <a:spLocks noGrp="1"/>
          </p:cNvSpPr>
          <p:nvPr>
            <p:ph type="sldNum" sz="quarter" idx="12"/>
          </p:nvPr>
        </p:nvSpPr>
        <p:spPr/>
        <p:txBody>
          <a:bodyPr/>
          <a:lstStyle/>
          <a:p>
            <a:fld id="{48F63A3B-78C7-47BE-AE5E-E10140E04643}" type="slidenum">
              <a:rPr lang="en-US" smtClean="0"/>
              <a:pPr/>
              <a:t>9</a:t>
            </a:fld>
            <a:endParaRPr lang="en-US" dirty="0"/>
          </a:p>
        </p:txBody>
      </p:sp>
      <p:sp>
        <p:nvSpPr>
          <p:cNvPr id="5" name="Content Placeholder 4">
            <a:extLst>
              <a:ext uri="{FF2B5EF4-FFF2-40B4-BE49-F238E27FC236}">
                <a16:creationId xmlns:a16="http://schemas.microsoft.com/office/drawing/2014/main" id="{CF02B9AA-2BB4-6A4C-E229-AB000E8D6259}"/>
              </a:ext>
            </a:extLst>
          </p:cNvPr>
          <p:cNvSpPr>
            <a:spLocks noGrp="1"/>
          </p:cNvSpPr>
          <p:nvPr>
            <p:ph idx="1"/>
          </p:nvPr>
        </p:nvSpPr>
        <p:spPr/>
        <p:txBody>
          <a:bodyPr/>
          <a:lstStyle/>
          <a:p>
            <a:pPr marL="285750" indent="-285750">
              <a:buFont typeface="Arial" panose="020B0604020202020204" pitchFamily="34" charset="0"/>
              <a:buChar char="•"/>
            </a:pPr>
            <a:r>
              <a:rPr lang="en-US" b="1" i="0" dirty="0">
                <a:effectLst/>
                <a:latin typeface="Söhne"/>
              </a:rPr>
              <a:t>Churn Prediction Model Development</a:t>
            </a:r>
            <a:r>
              <a:rPr lang="en-US" b="0" i="0" dirty="0">
                <a:solidFill>
                  <a:srgbClr val="374151"/>
                </a:solidFill>
                <a:effectLst/>
                <a:latin typeface="Söhne"/>
              </a:rPr>
              <a:t>: Build an accurate machine learning model that can predict customer churn based on historical data.</a:t>
            </a:r>
          </a:p>
          <a:p>
            <a:pPr marL="285750" indent="-285750">
              <a:buFont typeface="Arial" panose="020B0604020202020204" pitchFamily="34" charset="0"/>
              <a:buChar char="•"/>
            </a:pPr>
            <a:r>
              <a:rPr lang="en-US" b="1" i="0" dirty="0">
                <a:effectLst/>
                <a:latin typeface="Söhne"/>
              </a:rPr>
              <a:t>Feature Selection</a:t>
            </a:r>
            <a:r>
              <a:rPr lang="en-US" b="0" i="0" dirty="0">
                <a:solidFill>
                  <a:srgbClr val="374151"/>
                </a:solidFill>
                <a:effectLst/>
                <a:latin typeface="Söhne"/>
              </a:rPr>
              <a:t>: Identify the most important features that influence customer churn and use them to train the predictive model.</a:t>
            </a:r>
            <a:endParaRPr lang="en-US" dirty="0">
              <a:solidFill>
                <a:srgbClr val="374151"/>
              </a:solidFill>
              <a:latin typeface="Söhne"/>
            </a:endParaRPr>
          </a:p>
          <a:p>
            <a:pPr marL="285750" indent="-285750">
              <a:buFont typeface="Arial" panose="020B0604020202020204" pitchFamily="34" charset="0"/>
              <a:buChar char="•"/>
            </a:pPr>
            <a:r>
              <a:rPr lang="en-US" b="1" i="0" dirty="0">
                <a:effectLst/>
                <a:latin typeface="Söhne"/>
              </a:rPr>
              <a:t>Model Evaluation</a:t>
            </a:r>
            <a:r>
              <a:rPr lang="en-US" b="0" i="0" dirty="0">
                <a:solidFill>
                  <a:srgbClr val="374151"/>
                </a:solidFill>
                <a:effectLst/>
                <a:latin typeface="Söhne"/>
              </a:rPr>
              <a:t>: Assess the performance of the churn prediction model using appropriate metrics like accuracy, precision, recall, and F1-score.</a:t>
            </a:r>
          </a:p>
          <a:p>
            <a:pPr marL="285750" indent="-285750">
              <a:buFont typeface="Arial" panose="020B0604020202020204" pitchFamily="34" charset="0"/>
              <a:buChar char="•"/>
            </a:pPr>
            <a:r>
              <a:rPr lang="en-US" b="1" i="0" dirty="0">
                <a:effectLst/>
                <a:latin typeface="Söhne"/>
              </a:rPr>
              <a:t>Retention Strategy Recommendations</a:t>
            </a:r>
            <a:r>
              <a:rPr lang="en-US" b="0" i="0" dirty="0">
                <a:solidFill>
                  <a:srgbClr val="374151"/>
                </a:solidFill>
                <a:effectLst/>
                <a:latin typeface="Söhne"/>
              </a:rPr>
              <a:t>: Based on the analysis, recommend specific strategies to retain high-risk customers and reduce churn rates.</a:t>
            </a:r>
            <a:endParaRPr lang="en-IN" dirty="0"/>
          </a:p>
        </p:txBody>
      </p:sp>
    </p:spTree>
    <p:extLst>
      <p:ext uri="{BB962C8B-B14F-4D97-AF65-F5344CB8AC3E}">
        <p14:creationId xmlns:p14="http://schemas.microsoft.com/office/powerpoint/2010/main" val="426839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07891-3341-CAEE-63FB-30736CA9CE85}"/>
              </a:ext>
            </a:extLst>
          </p:cNvPr>
          <p:cNvSpPr>
            <a:spLocks noGrp="1"/>
          </p:cNvSpPr>
          <p:nvPr>
            <p:ph type="title"/>
          </p:nvPr>
        </p:nvSpPr>
        <p:spPr/>
        <p:txBody>
          <a:bodyPr/>
          <a:lstStyle/>
          <a:p>
            <a:r>
              <a:rPr lang="en-IN" dirty="0"/>
              <a:t>Conclusion</a:t>
            </a:r>
          </a:p>
        </p:txBody>
      </p:sp>
      <p:sp>
        <p:nvSpPr>
          <p:cNvPr id="3" name="Footer Placeholder 2">
            <a:extLst>
              <a:ext uri="{FF2B5EF4-FFF2-40B4-BE49-F238E27FC236}">
                <a16:creationId xmlns:a16="http://schemas.microsoft.com/office/drawing/2014/main" id="{48F2250A-F672-6752-96B1-2B26F1CAD81C}"/>
              </a:ext>
            </a:extLst>
          </p:cNvPr>
          <p:cNvSpPr>
            <a:spLocks noGrp="1"/>
          </p:cNvSpPr>
          <p:nvPr>
            <p:ph type="ftr" sz="quarter" idx="11"/>
          </p:nvPr>
        </p:nvSpPr>
        <p:spPr/>
        <p:txBody>
          <a:bodyPr/>
          <a:lstStyle/>
          <a:p>
            <a:r>
              <a:rPr lang="en-US" dirty="0"/>
              <a:t>Customer Churn Prediction</a:t>
            </a:r>
          </a:p>
        </p:txBody>
      </p:sp>
      <p:sp>
        <p:nvSpPr>
          <p:cNvPr id="4" name="Slide Number Placeholder 3">
            <a:extLst>
              <a:ext uri="{FF2B5EF4-FFF2-40B4-BE49-F238E27FC236}">
                <a16:creationId xmlns:a16="http://schemas.microsoft.com/office/drawing/2014/main" id="{6D6352AD-FAD4-8B1C-E22E-6C2A43A5D77D}"/>
              </a:ext>
            </a:extLst>
          </p:cNvPr>
          <p:cNvSpPr>
            <a:spLocks noGrp="1"/>
          </p:cNvSpPr>
          <p:nvPr>
            <p:ph type="sldNum" sz="quarter" idx="12"/>
          </p:nvPr>
        </p:nvSpPr>
        <p:spPr/>
        <p:txBody>
          <a:bodyPr/>
          <a:lstStyle/>
          <a:p>
            <a:fld id="{48F63A3B-78C7-47BE-AE5E-E10140E04643}" type="slidenum">
              <a:rPr lang="en-US" smtClean="0"/>
              <a:pPr/>
              <a:t>10</a:t>
            </a:fld>
            <a:endParaRPr lang="en-US" dirty="0"/>
          </a:p>
        </p:txBody>
      </p:sp>
      <p:sp>
        <p:nvSpPr>
          <p:cNvPr id="5" name="Content Placeholder 4">
            <a:extLst>
              <a:ext uri="{FF2B5EF4-FFF2-40B4-BE49-F238E27FC236}">
                <a16:creationId xmlns:a16="http://schemas.microsoft.com/office/drawing/2014/main" id="{7AA66E7B-FC8F-0017-48CB-48B112CA29FE}"/>
              </a:ext>
            </a:extLst>
          </p:cNvPr>
          <p:cNvSpPr>
            <a:spLocks noGrp="1"/>
          </p:cNvSpPr>
          <p:nvPr>
            <p:ph idx="1"/>
          </p:nvPr>
        </p:nvSpPr>
        <p:spPr/>
        <p:txBody>
          <a:bodyPr/>
          <a:lstStyle/>
          <a:p>
            <a:r>
              <a:rPr lang="en-IN" dirty="0"/>
              <a:t>We aim at creating a Customer Churn Prediction Model that is developed using machine learning algorithms (SVM, Random Forest, Logistic Regression etc.,) that work at high accuracy and provide the probability of the Customers that are likely to Churn out. </a:t>
            </a:r>
            <a:r>
              <a:rPr lang="en-US" dirty="0"/>
              <a:t>The success of the project hinges on the ability of the model to effectively forecast customer churn, thereby enabling data-driven decision-making for customer retention efforts</a:t>
            </a:r>
            <a:endParaRPr lang="en-IN" dirty="0"/>
          </a:p>
        </p:txBody>
      </p:sp>
    </p:spTree>
    <p:extLst>
      <p:ext uri="{BB962C8B-B14F-4D97-AF65-F5344CB8AC3E}">
        <p14:creationId xmlns:p14="http://schemas.microsoft.com/office/powerpoint/2010/main" val="3996252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7048" y="277189"/>
            <a:ext cx="4550664" cy="2453773"/>
          </a:xfrm>
        </p:spPr>
        <p:txBody>
          <a:bodyPr/>
          <a:lstStyle/>
          <a:p>
            <a:r>
              <a:rPr lang="en-US" dirty="0"/>
              <a:t>THANK YOU </a:t>
            </a:r>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a:xfrm>
            <a:off x="1545336" y="2846832"/>
            <a:ext cx="4550664" cy="2314448"/>
          </a:xfrm>
        </p:spPr>
        <p:txBody>
          <a:bodyPr>
            <a:normAutofit/>
          </a:bodyPr>
          <a:lstStyle/>
          <a:p>
            <a:r>
              <a:rPr lang="en-US" dirty="0"/>
              <a:t>Phase 1 submission by :</a:t>
            </a:r>
          </a:p>
          <a:p>
            <a:r>
              <a:rPr lang="en-US" dirty="0" err="1"/>
              <a:t>Brindha.B</a:t>
            </a:r>
            <a:endParaRPr lang="en-US" dirty="0"/>
          </a:p>
          <a:p>
            <a:r>
              <a:rPr lang="en-US" dirty="0"/>
              <a:t>810021205014</a:t>
            </a:r>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LW_V5" id="{4FE3E7F2-DE97-43FB-9854-C2719499B15F}" vid="{37DF82F1-E382-44D9-A149-92ACBBF70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117FA41-AE03-4A0A-A9B0-817CABD09473}">
  <ds:schemaRefs>
    <ds:schemaRef ds:uri="http://schemas.microsoft.com/sharepoint/v3/contenttype/forms"/>
  </ds:schemaRefs>
</ds:datastoreItem>
</file>

<file path=customXml/itemProps2.xml><?xml version="1.0" encoding="utf-8"?>
<ds:datastoreItem xmlns:ds="http://schemas.openxmlformats.org/officeDocument/2006/customXml" ds:itemID="{52D6F65D-59DB-459C-812A-E954DE5F05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542F6-3184-4387-BE39-8DA735EB550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{D730B444-6F71-431B-BA7B-D5508B3D21BA}tf78438558_win32</Template>
  <TotalTime>113</TotalTime>
  <Words>719</Words>
  <Application>Microsoft Office PowerPoint</Application>
  <PresentationFormat>Widescreen</PresentationFormat>
  <Paragraphs>54</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Sabon Next LT</vt:lpstr>
      <vt:lpstr>Söhne</vt:lpstr>
      <vt:lpstr>Custom</vt:lpstr>
      <vt:lpstr>Customer churn prediction</vt:lpstr>
      <vt:lpstr>ABSTARCTION</vt:lpstr>
      <vt:lpstr>OBJECTIVE</vt:lpstr>
      <vt:lpstr>DESIGN THINKING</vt:lpstr>
      <vt:lpstr>Data collection</vt:lpstr>
      <vt:lpstr>DATA PREPROCESSING</vt:lpstr>
      <vt:lpstr>Exploratory data analysis </vt:lpstr>
      <vt:lpstr>VISUALIZATION</vt:lpstr>
      <vt:lpstr>INSIGHTS OF THE PROJECT </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dc:title>
  <dc:subject/>
  <dc:creator>Gomathi sankar kandappan ganapathi</dc:creator>
  <cp:lastModifiedBy>Gomathi sankar kandappan ganapathi</cp:lastModifiedBy>
  <cp:revision>18</cp:revision>
  <dcterms:created xsi:type="dcterms:W3CDTF">2023-10-04T13:11:01Z</dcterms:created>
  <dcterms:modified xsi:type="dcterms:W3CDTF">2023-10-04T17:16:27Z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